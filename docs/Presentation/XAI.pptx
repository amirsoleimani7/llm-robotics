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FF6"/>
    <a:srgbClr val="EAF6FF"/>
    <a:srgbClr val="FFF9F0"/>
    <a:srgbClr val="F7F1E3"/>
    <a:srgbClr val="34495E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/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/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/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 custLinFactNeighborY="0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79C2AE6-FE2E-4594-8960-01A670618F6F}" type="doc">
      <dgm:prSet loTypeId="urn:microsoft.com/office/officeart/2005/8/layout/hChevron3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5C3053A-3794-4677-941B-280075FF9C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683E99A-B908-48CC-8691-E57EC6A0F424}" type="parTrans" cxnId="{9365322E-CA5B-4388-B878-A6253CEAB857}">
      <dgm:prSet/>
      <dgm:spPr/>
      <dgm:t>
        <a:bodyPr/>
        <a:lstStyle/>
        <a:p>
          <a:endParaRPr lang="en-US"/>
        </a:p>
      </dgm:t>
    </dgm:pt>
    <dgm:pt modelId="{DADB9982-AA5D-4327-9A8F-1AB6529631D6}" type="sibTrans" cxnId="{9365322E-CA5B-4388-B878-A6253CEAB857}">
      <dgm:prSet/>
      <dgm:spPr/>
      <dgm:t>
        <a:bodyPr/>
        <a:lstStyle/>
        <a:p>
          <a:endParaRPr lang="en-US"/>
        </a:p>
      </dgm:t>
    </dgm:pt>
    <dgm:pt modelId="{7E73E949-8673-4101-A9E1-3F0F21319C6A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43E99A6C-DDB0-4810-AED1-0B431A26858A}" type="parTrans" cxnId="{E1E6FF79-A296-4E19-869F-678F2547B1DE}">
      <dgm:prSet/>
      <dgm:spPr/>
      <dgm:t>
        <a:bodyPr/>
        <a:lstStyle/>
        <a:p>
          <a:endParaRPr lang="en-US"/>
        </a:p>
      </dgm:t>
    </dgm:pt>
    <dgm:pt modelId="{7F0937E5-AF31-4F13-B537-A6BABA32B953}" type="sibTrans" cxnId="{E1E6FF79-A296-4E19-869F-678F2547B1DE}">
      <dgm:prSet/>
      <dgm:spPr/>
      <dgm:t>
        <a:bodyPr/>
        <a:lstStyle/>
        <a:p>
          <a:endParaRPr lang="en-US"/>
        </a:p>
      </dgm:t>
    </dgm:pt>
    <dgm:pt modelId="{D79E57C7-450F-415F-81E5-F3A1FB86E886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AB7BDD91-DD0B-45B8-BF27-563882EC606B}" type="parTrans" cxnId="{1AEBE854-8A00-4CF4-8BC1-C6A4478C49E9}">
      <dgm:prSet/>
      <dgm:spPr/>
      <dgm:t>
        <a:bodyPr/>
        <a:lstStyle/>
        <a:p>
          <a:endParaRPr lang="en-US"/>
        </a:p>
      </dgm:t>
    </dgm:pt>
    <dgm:pt modelId="{91A34A77-02BE-4408-914A-1DE60DEEF040}" type="sibTrans" cxnId="{1AEBE854-8A00-4CF4-8BC1-C6A4478C49E9}">
      <dgm:prSet/>
      <dgm:spPr/>
      <dgm:t>
        <a:bodyPr/>
        <a:lstStyle/>
        <a:p>
          <a:endParaRPr lang="en-US"/>
        </a:p>
      </dgm:t>
    </dgm:pt>
    <dgm:pt modelId="{81418664-4438-4D5F-BE27-218E61EF3981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ACB7903-FA2B-4E2A-9D70-82B748C84BC7}" type="parTrans" cxnId="{1F970583-D0B6-4399-BCE6-CEDA35A129AF}">
      <dgm:prSet/>
      <dgm:spPr/>
      <dgm:t>
        <a:bodyPr/>
        <a:lstStyle/>
        <a:p>
          <a:endParaRPr lang="en-US"/>
        </a:p>
      </dgm:t>
    </dgm:pt>
    <dgm:pt modelId="{FAF29649-5B65-4530-92AD-EA4EB457EF8F}" type="sibTrans" cxnId="{1F970583-D0B6-4399-BCE6-CEDA35A129AF}">
      <dgm:prSet/>
      <dgm:spPr/>
      <dgm:t>
        <a:bodyPr/>
        <a:lstStyle/>
        <a:p>
          <a:endParaRPr lang="en-US"/>
        </a:p>
      </dgm:t>
    </dgm:pt>
    <dgm:pt modelId="{3BF26A06-E290-4CEC-AD17-7E1019A6C7C3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2930D3DF-026C-4362-B1FD-B982E0EDCA03}" type="parTrans" cxnId="{EF357D31-1DC0-42C7-88A2-25205FD4EE74}">
      <dgm:prSet/>
      <dgm:spPr/>
      <dgm:t>
        <a:bodyPr/>
        <a:lstStyle/>
        <a:p>
          <a:endParaRPr lang="en-US"/>
        </a:p>
      </dgm:t>
    </dgm:pt>
    <dgm:pt modelId="{7FEF53B0-503C-41A9-AA32-A62DC03B611E}" type="sibTrans" cxnId="{EF357D31-1DC0-42C7-88A2-25205FD4EE74}">
      <dgm:prSet/>
      <dgm:spPr/>
      <dgm:t>
        <a:bodyPr/>
        <a:lstStyle/>
        <a:p>
          <a:endParaRPr lang="en-US"/>
        </a:p>
      </dgm:t>
    </dgm:pt>
    <dgm:pt modelId="{20DA96B6-96F5-4848-A85C-944B558AA53A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gm:t>
    </dgm:pt>
    <dgm:pt modelId="{B0B55317-E555-4CF0-B752-AC138D014E48}" type="parTrans" cxnId="{169220E5-87DF-4453-89A0-77F08667CAC5}">
      <dgm:prSet/>
      <dgm:spPr/>
      <dgm:t>
        <a:bodyPr/>
        <a:lstStyle/>
        <a:p>
          <a:endParaRPr lang="en-US"/>
        </a:p>
      </dgm:t>
    </dgm:pt>
    <dgm:pt modelId="{C2F1C06C-F1B8-4D76-9711-B2DEDF9D6EED}" type="sibTrans" cxnId="{169220E5-87DF-4453-89A0-77F08667CAC5}">
      <dgm:prSet/>
      <dgm:spPr/>
      <dgm:t>
        <a:bodyPr/>
        <a:lstStyle/>
        <a:p>
          <a:endParaRPr lang="en-US"/>
        </a:p>
      </dgm:t>
    </dgm:pt>
    <dgm:pt modelId="{A279F43A-A034-47FC-ACD9-2945C3F8EDAB}">
      <dgm:prSet custT="1"/>
      <dgm:spPr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E3ACCF2B-38A5-4A1B-8376-3EC67AFD4E99}" type="parTrans" cxnId="{2B905FFA-7C05-4DA2-8C04-C2CBE098A0E1}">
      <dgm:prSet/>
      <dgm:spPr/>
      <dgm:t>
        <a:bodyPr/>
        <a:lstStyle/>
        <a:p>
          <a:endParaRPr lang="en-US"/>
        </a:p>
      </dgm:t>
    </dgm:pt>
    <dgm:pt modelId="{532F47C4-094F-4094-BE75-97755C33A382}" type="sibTrans" cxnId="{2B905FFA-7C05-4DA2-8C04-C2CBE098A0E1}">
      <dgm:prSet/>
      <dgm:spPr/>
      <dgm:t>
        <a:bodyPr/>
        <a:lstStyle/>
        <a:p>
          <a:endParaRPr lang="en-US"/>
        </a:p>
      </dgm:t>
    </dgm:pt>
    <dgm:pt modelId="{0041D2C7-6481-4772-9912-4BAAF65B532C}">
      <dgm:prSet custT="1"/>
      <dgm:spPr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gm:t>
    </dgm:pt>
    <dgm:pt modelId="{9EF03046-CE77-45E8-87C6-EB675B60EB84}" type="parTrans" cxnId="{A2900888-0288-43D0-97E2-2FEBE4EC3267}">
      <dgm:prSet/>
      <dgm:spPr/>
      <dgm:t>
        <a:bodyPr/>
        <a:lstStyle/>
        <a:p>
          <a:endParaRPr lang="en-US"/>
        </a:p>
      </dgm:t>
    </dgm:pt>
    <dgm:pt modelId="{4582C921-1842-4711-B9FD-59E682A19CA2}" type="sibTrans" cxnId="{A2900888-0288-43D0-97E2-2FEBE4EC3267}">
      <dgm:prSet/>
      <dgm:spPr/>
      <dgm:t>
        <a:bodyPr/>
        <a:lstStyle/>
        <a:p>
          <a:endParaRPr lang="en-US"/>
        </a:p>
      </dgm:t>
    </dgm:pt>
    <dgm:pt modelId="{15D28438-29DE-4E32-A9AE-8B5E7F7B361C}">
      <dgm:prSet custT="1"/>
      <dgm:spPr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4008" tIns="42672" rIns="21336" bIns="42672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gm:t>
    </dgm:pt>
    <dgm:pt modelId="{CCBBE3DE-CEEA-4CB7-97BF-7B4723B92DCD}" type="parTrans" cxnId="{56FB31FC-8BF0-498D-A824-AC2E8C1A473C}">
      <dgm:prSet/>
      <dgm:spPr/>
      <dgm:t>
        <a:bodyPr/>
        <a:lstStyle/>
        <a:p>
          <a:endParaRPr lang="en-US"/>
        </a:p>
      </dgm:t>
    </dgm:pt>
    <dgm:pt modelId="{1487CA62-EA7D-41B0-9E39-F1DA5F13EF62}" type="sibTrans" cxnId="{56FB31FC-8BF0-498D-A824-AC2E8C1A473C}">
      <dgm:prSet/>
      <dgm:spPr/>
      <dgm:t>
        <a:bodyPr/>
        <a:lstStyle/>
        <a:p>
          <a:endParaRPr lang="en-US"/>
        </a:p>
      </dgm:t>
    </dgm:pt>
    <dgm:pt modelId="{B5B74FB0-C61C-4D3A-B10C-7A5F8C6D23C0}" type="pres">
      <dgm:prSet presAssocID="{579C2AE6-FE2E-4594-8960-01A670618F6F}" presName="Name0" presStyleCnt="0">
        <dgm:presLayoutVars>
          <dgm:dir/>
          <dgm:resizeHandles val="exact"/>
        </dgm:presLayoutVars>
      </dgm:prSet>
      <dgm:spPr/>
    </dgm:pt>
    <dgm:pt modelId="{0337BEF5-D97E-432F-BE20-3057222820B5}" type="pres">
      <dgm:prSet presAssocID="{55C3053A-3794-4677-941B-280075FF9C5E}" presName="parTxOnly" presStyleLbl="node1" presStyleIdx="0" presStyleCnt="9">
        <dgm:presLayoutVars>
          <dgm:bulletEnabled val="1"/>
        </dgm:presLayoutVars>
      </dgm:prSet>
      <dgm:spPr/>
    </dgm:pt>
    <dgm:pt modelId="{055E9425-F28B-44E9-A66C-41D3F3DC59B4}" type="pres">
      <dgm:prSet presAssocID="{DADB9982-AA5D-4327-9A8F-1AB6529631D6}" presName="parSpace" presStyleCnt="0"/>
      <dgm:spPr/>
    </dgm:pt>
    <dgm:pt modelId="{85340E69-3F32-4355-8C25-B11A6294BFCB}" type="pres">
      <dgm:prSet presAssocID="{7E73E949-8673-4101-A9E1-3F0F21319C6A}" presName="parTxOnly" presStyleLbl="node1" presStyleIdx="1" presStyleCnt="9">
        <dgm:presLayoutVars>
          <dgm:bulletEnabled val="1"/>
        </dgm:presLayoutVars>
      </dgm:prSet>
      <dgm:spPr/>
    </dgm:pt>
    <dgm:pt modelId="{7E5F25B4-05FB-458E-8C4F-AD4252AEB848}" type="pres">
      <dgm:prSet presAssocID="{7F0937E5-AF31-4F13-B537-A6BABA32B953}" presName="parSpace" presStyleCnt="0"/>
      <dgm:spPr/>
    </dgm:pt>
    <dgm:pt modelId="{238B1B2E-2B55-46D0-AD32-D50391EB5B2E}" type="pres">
      <dgm:prSet presAssocID="{D79E57C7-450F-415F-81E5-F3A1FB86E886}" presName="parTxOnly" presStyleLbl="node1" presStyleIdx="2" presStyleCnt="9">
        <dgm:presLayoutVars>
          <dgm:bulletEnabled val="1"/>
        </dgm:presLayoutVars>
      </dgm:prSet>
      <dgm:spPr/>
    </dgm:pt>
    <dgm:pt modelId="{3E7C2EC3-BFBC-4468-8CDE-BE43F3E23D73}" type="pres">
      <dgm:prSet presAssocID="{91A34A77-02BE-4408-914A-1DE60DEEF040}" presName="parSpace" presStyleCnt="0"/>
      <dgm:spPr/>
    </dgm:pt>
    <dgm:pt modelId="{5683ABDC-D8E5-4A50-A9CA-1745AB27F203}" type="pres">
      <dgm:prSet presAssocID="{81418664-4438-4D5F-BE27-218E61EF3981}" presName="parTxOnly" presStyleLbl="node1" presStyleIdx="3" presStyleCnt="9">
        <dgm:presLayoutVars>
          <dgm:bulletEnabled val="1"/>
        </dgm:presLayoutVars>
      </dgm:prSet>
      <dgm:spPr>
        <a:xfrm>
          <a:off x="3144022" y="0"/>
          <a:ext cx="1309954" cy="411788"/>
        </a:xfrm>
        <a:prstGeom prst="chevron">
          <a:avLst/>
        </a:prstGeom>
      </dgm:spPr>
    </dgm:pt>
    <dgm:pt modelId="{D313FC8A-790C-409D-A017-CB07533DE76A}" type="pres">
      <dgm:prSet presAssocID="{FAF29649-5B65-4530-92AD-EA4EB457EF8F}" presName="parSpace" presStyleCnt="0"/>
      <dgm:spPr/>
    </dgm:pt>
    <dgm:pt modelId="{0262A479-0332-4A61-B513-4AB3541BBAD7}" type="pres">
      <dgm:prSet presAssocID="{3BF26A06-E290-4CEC-AD17-7E1019A6C7C3}" presName="parTxOnly" presStyleLbl="node1" presStyleIdx="4" presStyleCnt="9">
        <dgm:presLayoutVars>
          <dgm:bulletEnabled val="1"/>
        </dgm:presLayoutVars>
      </dgm:prSet>
      <dgm:spPr>
        <a:xfrm>
          <a:off x="4191986" y="0"/>
          <a:ext cx="1309954" cy="411788"/>
        </a:xfrm>
        <a:prstGeom prst="chevron">
          <a:avLst/>
        </a:prstGeom>
      </dgm:spPr>
    </dgm:pt>
    <dgm:pt modelId="{BDF392BE-DDB8-4A46-8F25-B3BBC78EFF37}" type="pres">
      <dgm:prSet presAssocID="{7FEF53B0-503C-41A9-AA32-A62DC03B611E}" presName="parSpace" presStyleCnt="0"/>
      <dgm:spPr/>
    </dgm:pt>
    <dgm:pt modelId="{0BBAB2D6-B3F2-4DF3-AB6F-C740776398D7}" type="pres">
      <dgm:prSet presAssocID="{20DA96B6-96F5-4848-A85C-944B558AA53A}" presName="parTxOnly" presStyleLbl="node1" presStyleIdx="5" presStyleCnt="9">
        <dgm:presLayoutVars>
          <dgm:bulletEnabled val="1"/>
        </dgm:presLayoutVars>
      </dgm:prSet>
      <dgm:spPr>
        <a:xfrm>
          <a:off x="5239950" y="0"/>
          <a:ext cx="1309954" cy="411788"/>
        </a:xfrm>
        <a:prstGeom prst="chevron">
          <a:avLst/>
        </a:prstGeom>
      </dgm:spPr>
    </dgm:pt>
    <dgm:pt modelId="{64B4D8B4-783B-4F2B-B3EA-E0661EB33A30}" type="pres">
      <dgm:prSet presAssocID="{C2F1C06C-F1B8-4D76-9711-B2DEDF9D6EED}" presName="parSpace" presStyleCnt="0"/>
      <dgm:spPr/>
    </dgm:pt>
    <dgm:pt modelId="{29971BAD-D58C-4D3B-B5F7-0316DDCA9F7A}" type="pres">
      <dgm:prSet presAssocID="{A279F43A-A034-47FC-ACD9-2945C3F8EDAB}" presName="parTxOnly" presStyleLbl="node1" presStyleIdx="6" presStyleCnt="9">
        <dgm:presLayoutVars>
          <dgm:bulletEnabled val="1"/>
        </dgm:presLayoutVars>
      </dgm:prSet>
      <dgm:spPr>
        <a:xfrm>
          <a:off x="6287914" y="0"/>
          <a:ext cx="1309954" cy="411788"/>
        </a:xfrm>
        <a:prstGeom prst="chevron">
          <a:avLst/>
        </a:prstGeom>
      </dgm:spPr>
    </dgm:pt>
    <dgm:pt modelId="{D230E12A-CF2E-4827-9241-896EE9D658D0}" type="pres">
      <dgm:prSet presAssocID="{532F47C4-094F-4094-BE75-97755C33A382}" presName="parSpace" presStyleCnt="0"/>
      <dgm:spPr/>
    </dgm:pt>
    <dgm:pt modelId="{75A7A2EF-CFDF-4541-A5BC-685DE076CCC1}" type="pres">
      <dgm:prSet presAssocID="{0041D2C7-6481-4772-9912-4BAAF65B532C}" presName="parTxOnly" presStyleLbl="node1" presStyleIdx="7" presStyleCnt="9">
        <dgm:presLayoutVars>
          <dgm:bulletEnabled val="1"/>
        </dgm:presLayoutVars>
      </dgm:prSet>
      <dgm:spPr>
        <a:xfrm>
          <a:off x="7335878" y="0"/>
          <a:ext cx="1309954" cy="411788"/>
        </a:xfrm>
        <a:prstGeom prst="chevron">
          <a:avLst/>
        </a:prstGeom>
      </dgm:spPr>
    </dgm:pt>
    <dgm:pt modelId="{72D2EAB2-2A15-4CFD-ADC6-9BFA081B1257}" type="pres">
      <dgm:prSet presAssocID="{4582C921-1842-4711-B9FD-59E682A19CA2}" presName="parSpace" presStyleCnt="0"/>
      <dgm:spPr/>
    </dgm:pt>
    <dgm:pt modelId="{1589DF96-CDF3-4EB5-A15C-B0CEE34E7893}" type="pres">
      <dgm:prSet presAssocID="{15D28438-29DE-4E32-A9AE-8B5E7F7B361C}" presName="parTxOnly" presStyleLbl="node1" presStyleIdx="8" presStyleCnt="9">
        <dgm:presLayoutVars>
          <dgm:bulletEnabled val="1"/>
        </dgm:presLayoutVars>
      </dgm:prSet>
      <dgm:spPr>
        <a:xfrm>
          <a:off x="8383842" y="0"/>
          <a:ext cx="1309954" cy="411788"/>
        </a:xfrm>
        <a:prstGeom prst="chevron">
          <a:avLst/>
        </a:prstGeom>
      </dgm:spPr>
    </dgm:pt>
  </dgm:ptLst>
  <dgm:cxnLst>
    <dgm:cxn modelId="{DF335324-9774-4708-9D3D-3CB5CC1CCC3B}" type="presOf" srcId="{0041D2C7-6481-4772-9912-4BAAF65B532C}" destId="{75A7A2EF-CFDF-4541-A5BC-685DE076CCC1}" srcOrd="0" destOrd="0" presId="urn:microsoft.com/office/officeart/2005/8/layout/hChevron3"/>
    <dgm:cxn modelId="{9365322E-CA5B-4388-B878-A6253CEAB857}" srcId="{579C2AE6-FE2E-4594-8960-01A670618F6F}" destId="{55C3053A-3794-4677-941B-280075FF9C5E}" srcOrd="0" destOrd="0" parTransId="{A683E99A-B908-48CC-8691-E57EC6A0F424}" sibTransId="{DADB9982-AA5D-4327-9A8F-1AB6529631D6}"/>
    <dgm:cxn modelId="{F8BC0A2F-87F6-44CD-9307-B964FC52A0AD}" type="presOf" srcId="{579C2AE6-FE2E-4594-8960-01A670618F6F}" destId="{B5B74FB0-C61C-4D3A-B10C-7A5F8C6D23C0}" srcOrd="0" destOrd="0" presId="urn:microsoft.com/office/officeart/2005/8/layout/hChevron3"/>
    <dgm:cxn modelId="{EF357D31-1DC0-42C7-88A2-25205FD4EE74}" srcId="{579C2AE6-FE2E-4594-8960-01A670618F6F}" destId="{3BF26A06-E290-4CEC-AD17-7E1019A6C7C3}" srcOrd="4" destOrd="0" parTransId="{2930D3DF-026C-4362-B1FD-B982E0EDCA03}" sibTransId="{7FEF53B0-503C-41A9-AA32-A62DC03B611E}"/>
    <dgm:cxn modelId="{DC07E95F-EDC5-4674-9B71-F3DACD291460}" type="presOf" srcId="{7E73E949-8673-4101-A9E1-3F0F21319C6A}" destId="{85340E69-3F32-4355-8C25-B11A6294BFCB}" srcOrd="0" destOrd="0" presId="urn:microsoft.com/office/officeart/2005/8/layout/hChevron3"/>
    <dgm:cxn modelId="{07223745-DB75-4B2B-BB40-A9AC9B35110E}" type="presOf" srcId="{55C3053A-3794-4677-941B-280075FF9C5E}" destId="{0337BEF5-D97E-432F-BE20-3057222820B5}" srcOrd="0" destOrd="0" presId="urn:microsoft.com/office/officeart/2005/8/layout/hChevron3"/>
    <dgm:cxn modelId="{9BC55A46-F0ED-476B-B811-4AF1E8429487}" type="presOf" srcId="{81418664-4438-4D5F-BE27-218E61EF3981}" destId="{5683ABDC-D8E5-4A50-A9CA-1745AB27F203}" srcOrd="0" destOrd="0" presId="urn:microsoft.com/office/officeart/2005/8/layout/hChevron3"/>
    <dgm:cxn modelId="{5CAFE96E-F479-4B45-ACD4-23750548CD6D}" type="presOf" srcId="{D79E57C7-450F-415F-81E5-F3A1FB86E886}" destId="{238B1B2E-2B55-46D0-AD32-D50391EB5B2E}" srcOrd="0" destOrd="0" presId="urn:microsoft.com/office/officeart/2005/8/layout/hChevron3"/>
    <dgm:cxn modelId="{1AEBE854-8A00-4CF4-8BC1-C6A4478C49E9}" srcId="{579C2AE6-FE2E-4594-8960-01A670618F6F}" destId="{D79E57C7-450F-415F-81E5-F3A1FB86E886}" srcOrd="2" destOrd="0" parTransId="{AB7BDD91-DD0B-45B8-BF27-563882EC606B}" sibTransId="{91A34A77-02BE-4408-914A-1DE60DEEF040}"/>
    <dgm:cxn modelId="{E1E6FF79-A296-4E19-869F-678F2547B1DE}" srcId="{579C2AE6-FE2E-4594-8960-01A670618F6F}" destId="{7E73E949-8673-4101-A9E1-3F0F21319C6A}" srcOrd="1" destOrd="0" parTransId="{43E99A6C-DDB0-4810-AED1-0B431A26858A}" sibTransId="{7F0937E5-AF31-4F13-B537-A6BABA32B953}"/>
    <dgm:cxn modelId="{1F970583-D0B6-4399-BCE6-CEDA35A129AF}" srcId="{579C2AE6-FE2E-4594-8960-01A670618F6F}" destId="{81418664-4438-4D5F-BE27-218E61EF3981}" srcOrd="3" destOrd="0" parTransId="{2ACB7903-FA2B-4E2A-9D70-82B748C84BC7}" sibTransId="{FAF29649-5B65-4530-92AD-EA4EB457EF8F}"/>
    <dgm:cxn modelId="{A2900888-0288-43D0-97E2-2FEBE4EC3267}" srcId="{579C2AE6-FE2E-4594-8960-01A670618F6F}" destId="{0041D2C7-6481-4772-9912-4BAAF65B532C}" srcOrd="7" destOrd="0" parTransId="{9EF03046-CE77-45E8-87C6-EB675B60EB84}" sibTransId="{4582C921-1842-4711-B9FD-59E682A19CA2}"/>
    <dgm:cxn modelId="{2B09898C-0FBB-4061-87BB-AB64F18BD68D}" type="presOf" srcId="{3BF26A06-E290-4CEC-AD17-7E1019A6C7C3}" destId="{0262A479-0332-4A61-B513-4AB3541BBAD7}" srcOrd="0" destOrd="0" presId="urn:microsoft.com/office/officeart/2005/8/layout/hChevron3"/>
    <dgm:cxn modelId="{CFB830E4-790C-44B8-B773-C4FA2016E1E8}" type="presOf" srcId="{A279F43A-A034-47FC-ACD9-2945C3F8EDAB}" destId="{29971BAD-D58C-4D3B-B5F7-0316DDCA9F7A}" srcOrd="0" destOrd="0" presId="urn:microsoft.com/office/officeart/2005/8/layout/hChevron3"/>
    <dgm:cxn modelId="{169220E5-87DF-4453-89A0-77F08667CAC5}" srcId="{579C2AE6-FE2E-4594-8960-01A670618F6F}" destId="{20DA96B6-96F5-4848-A85C-944B558AA53A}" srcOrd="5" destOrd="0" parTransId="{B0B55317-E555-4CF0-B752-AC138D014E48}" sibTransId="{C2F1C06C-F1B8-4D76-9711-B2DEDF9D6EED}"/>
    <dgm:cxn modelId="{5CD95FE5-4D8D-48CB-B7E9-5861FDE2624F}" type="presOf" srcId="{15D28438-29DE-4E32-A9AE-8B5E7F7B361C}" destId="{1589DF96-CDF3-4EB5-A15C-B0CEE34E7893}" srcOrd="0" destOrd="0" presId="urn:microsoft.com/office/officeart/2005/8/layout/hChevron3"/>
    <dgm:cxn modelId="{CB573BF8-68FE-4347-80D8-0A18B71521AD}" type="presOf" srcId="{20DA96B6-96F5-4848-A85C-944B558AA53A}" destId="{0BBAB2D6-B3F2-4DF3-AB6F-C740776398D7}" srcOrd="0" destOrd="0" presId="urn:microsoft.com/office/officeart/2005/8/layout/hChevron3"/>
    <dgm:cxn modelId="{2B905FFA-7C05-4DA2-8C04-C2CBE098A0E1}" srcId="{579C2AE6-FE2E-4594-8960-01A670618F6F}" destId="{A279F43A-A034-47FC-ACD9-2945C3F8EDAB}" srcOrd="6" destOrd="0" parTransId="{E3ACCF2B-38A5-4A1B-8376-3EC67AFD4E99}" sibTransId="{532F47C4-094F-4094-BE75-97755C33A382}"/>
    <dgm:cxn modelId="{56FB31FC-8BF0-498D-A824-AC2E8C1A473C}" srcId="{579C2AE6-FE2E-4594-8960-01A670618F6F}" destId="{15D28438-29DE-4E32-A9AE-8B5E7F7B361C}" srcOrd="8" destOrd="0" parTransId="{CCBBE3DE-CEEA-4CB7-97BF-7B4723B92DCD}" sibTransId="{1487CA62-EA7D-41B0-9E39-F1DA5F13EF62}"/>
    <dgm:cxn modelId="{8E012305-96E0-4C96-A02A-BAF34515404A}" type="presParOf" srcId="{B5B74FB0-C61C-4D3A-B10C-7A5F8C6D23C0}" destId="{0337BEF5-D97E-432F-BE20-3057222820B5}" srcOrd="0" destOrd="0" presId="urn:microsoft.com/office/officeart/2005/8/layout/hChevron3"/>
    <dgm:cxn modelId="{8953DD1F-4A8E-4B28-A956-3FF7B36415BD}" type="presParOf" srcId="{B5B74FB0-C61C-4D3A-B10C-7A5F8C6D23C0}" destId="{055E9425-F28B-44E9-A66C-41D3F3DC59B4}" srcOrd="1" destOrd="0" presId="urn:microsoft.com/office/officeart/2005/8/layout/hChevron3"/>
    <dgm:cxn modelId="{9EE3048E-767B-4CBB-9A16-8729793E5167}" type="presParOf" srcId="{B5B74FB0-C61C-4D3A-B10C-7A5F8C6D23C0}" destId="{85340E69-3F32-4355-8C25-B11A6294BFCB}" srcOrd="2" destOrd="0" presId="urn:microsoft.com/office/officeart/2005/8/layout/hChevron3"/>
    <dgm:cxn modelId="{C1BDEF29-280C-405D-80EA-FC94D9FEBD15}" type="presParOf" srcId="{B5B74FB0-C61C-4D3A-B10C-7A5F8C6D23C0}" destId="{7E5F25B4-05FB-458E-8C4F-AD4252AEB848}" srcOrd="3" destOrd="0" presId="urn:microsoft.com/office/officeart/2005/8/layout/hChevron3"/>
    <dgm:cxn modelId="{DAE9DC72-2501-4F4A-BFF3-1C2163517733}" type="presParOf" srcId="{B5B74FB0-C61C-4D3A-B10C-7A5F8C6D23C0}" destId="{238B1B2E-2B55-46D0-AD32-D50391EB5B2E}" srcOrd="4" destOrd="0" presId="urn:microsoft.com/office/officeart/2005/8/layout/hChevron3"/>
    <dgm:cxn modelId="{B4023235-0811-49BA-9B16-D913537DAABF}" type="presParOf" srcId="{B5B74FB0-C61C-4D3A-B10C-7A5F8C6D23C0}" destId="{3E7C2EC3-BFBC-4468-8CDE-BE43F3E23D73}" srcOrd="5" destOrd="0" presId="urn:microsoft.com/office/officeart/2005/8/layout/hChevron3"/>
    <dgm:cxn modelId="{288B64A5-9EF7-4B74-B9E9-05383B4A11CA}" type="presParOf" srcId="{B5B74FB0-C61C-4D3A-B10C-7A5F8C6D23C0}" destId="{5683ABDC-D8E5-4A50-A9CA-1745AB27F203}" srcOrd="6" destOrd="0" presId="urn:microsoft.com/office/officeart/2005/8/layout/hChevron3"/>
    <dgm:cxn modelId="{9F25235B-0501-454C-B0E9-E430628CBB08}" type="presParOf" srcId="{B5B74FB0-C61C-4D3A-B10C-7A5F8C6D23C0}" destId="{D313FC8A-790C-409D-A017-CB07533DE76A}" srcOrd="7" destOrd="0" presId="urn:microsoft.com/office/officeart/2005/8/layout/hChevron3"/>
    <dgm:cxn modelId="{51FF3E7B-59DE-4D40-A91B-CE9CEE7E6D36}" type="presParOf" srcId="{B5B74FB0-C61C-4D3A-B10C-7A5F8C6D23C0}" destId="{0262A479-0332-4A61-B513-4AB3541BBAD7}" srcOrd="8" destOrd="0" presId="urn:microsoft.com/office/officeart/2005/8/layout/hChevron3"/>
    <dgm:cxn modelId="{BDA41F4A-750D-4866-BC12-44E20EDCA5FA}" type="presParOf" srcId="{B5B74FB0-C61C-4D3A-B10C-7A5F8C6D23C0}" destId="{BDF392BE-DDB8-4A46-8F25-B3BBC78EFF37}" srcOrd="9" destOrd="0" presId="urn:microsoft.com/office/officeart/2005/8/layout/hChevron3"/>
    <dgm:cxn modelId="{4E091182-0FA0-4196-8B9D-4B3CEFAC8CB6}" type="presParOf" srcId="{B5B74FB0-C61C-4D3A-B10C-7A5F8C6D23C0}" destId="{0BBAB2D6-B3F2-4DF3-AB6F-C740776398D7}" srcOrd="10" destOrd="0" presId="urn:microsoft.com/office/officeart/2005/8/layout/hChevron3"/>
    <dgm:cxn modelId="{C53184FF-FB27-4425-B409-55A1C34756F9}" type="presParOf" srcId="{B5B74FB0-C61C-4D3A-B10C-7A5F8C6D23C0}" destId="{64B4D8B4-783B-4F2B-B3EA-E0661EB33A30}" srcOrd="11" destOrd="0" presId="urn:microsoft.com/office/officeart/2005/8/layout/hChevron3"/>
    <dgm:cxn modelId="{0EFAE7CD-B94A-44C1-B563-1F41EB5AA7A1}" type="presParOf" srcId="{B5B74FB0-C61C-4D3A-B10C-7A5F8C6D23C0}" destId="{29971BAD-D58C-4D3B-B5F7-0316DDCA9F7A}" srcOrd="12" destOrd="0" presId="urn:microsoft.com/office/officeart/2005/8/layout/hChevron3"/>
    <dgm:cxn modelId="{6AA3DDB8-C0A2-4EC9-ABE8-8920740A6EC1}" type="presParOf" srcId="{B5B74FB0-C61C-4D3A-B10C-7A5F8C6D23C0}" destId="{D230E12A-CF2E-4827-9241-896EE9D658D0}" srcOrd="13" destOrd="0" presId="urn:microsoft.com/office/officeart/2005/8/layout/hChevron3"/>
    <dgm:cxn modelId="{500E9A2F-B757-4B1F-A41F-D56C280AADF3}" type="presParOf" srcId="{B5B74FB0-C61C-4D3A-B10C-7A5F8C6D23C0}" destId="{75A7A2EF-CFDF-4541-A5BC-685DE076CCC1}" srcOrd="14" destOrd="0" presId="urn:microsoft.com/office/officeart/2005/8/layout/hChevron3"/>
    <dgm:cxn modelId="{522D2EC8-48CF-4A7B-8882-F74BB1C2443E}" type="presParOf" srcId="{B5B74FB0-C61C-4D3A-B10C-7A5F8C6D23C0}" destId="{72D2EAB2-2A15-4CFD-ADC6-9BFA081B1257}" srcOrd="15" destOrd="0" presId="urn:microsoft.com/office/officeart/2005/8/layout/hChevron3"/>
    <dgm:cxn modelId="{312AB505-2D6A-4599-80B2-0A5997091103}" type="presParOf" srcId="{B5B74FB0-C61C-4D3A-B10C-7A5F8C6D23C0}" destId="{1589DF96-CDF3-4EB5-A15C-B0CEE34E7893}" srcOrd="1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6" y="0"/>
          <a:ext cx="1285395" cy="3651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6" y="0"/>
        <a:ext cx="1194114" cy="365124"/>
      </dsp:txXfrm>
    </dsp:sp>
    <dsp:sp modelId="{85340E69-3F32-4355-8C25-B11A6294BFCB}">
      <dsp:nvSpPr>
        <dsp:cNvPr id="0" name=""/>
        <dsp:cNvSpPr/>
      </dsp:nvSpPr>
      <dsp:spPr>
        <a:xfrm>
          <a:off x="1032732" y="0"/>
          <a:ext cx="128539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5294" y="0"/>
        <a:ext cx="920271" cy="365124"/>
      </dsp:txXfrm>
    </dsp:sp>
    <dsp:sp modelId="{238B1B2E-2B55-46D0-AD32-D50391EB5B2E}">
      <dsp:nvSpPr>
        <dsp:cNvPr id="0" name=""/>
        <dsp:cNvSpPr/>
      </dsp:nvSpPr>
      <dsp:spPr>
        <a:xfrm>
          <a:off x="2061049" y="0"/>
          <a:ext cx="128539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3611" y="0"/>
        <a:ext cx="920271" cy="365124"/>
      </dsp:txXfrm>
    </dsp:sp>
    <dsp:sp modelId="{5683ABDC-D8E5-4A50-A9CA-1745AB27F203}">
      <dsp:nvSpPr>
        <dsp:cNvPr id="0" name=""/>
        <dsp:cNvSpPr/>
      </dsp:nvSpPr>
      <dsp:spPr>
        <a:xfrm>
          <a:off x="3089365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1927" y="0"/>
        <a:ext cx="920271" cy="365124"/>
      </dsp:txXfrm>
    </dsp:sp>
    <dsp:sp modelId="{0262A479-0332-4A61-B513-4AB3541BBAD7}">
      <dsp:nvSpPr>
        <dsp:cNvPr id="0" name=""/>
        <dsp:cNvSpPr/>
      </dsp:nvSpPr>
      <dsp:spPr>
        <a:xfrm>
          <a:off x="4117681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0243" y="0"/>
        <a:ext cx="920271" cy="365124"/>
      </dsp:txXfrm>
    </dsp:sp>
    <dsp:sp modelId="{0BBAB2D6-B3F2-4DF3-AB6F-C740776398D7}">
      <dsp:nvSpPr>
        <dsp:cNvPr id="0" name=""/>
        <dsp:cNvSpPr/>
      </dsp:nvSpPr>
      <dsp:spPr>
        <a:xfrm>
          <a:off x="5145998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8560" y="0"/>
        <a:ext cx="920271" cy="365124"/>
      </dsp:txXfrm>
    </dsp:sp>
    <dsp:sp modelId="{29971BAD-D58C-4D3B-B5F7-0316DDCA9F7A}">
      <dsp:nvSpPr>
        <dsp:cNvPr id="0" name=""/>
        <dsp:cNvSpPr/>
      </dsp:nvSpPr>
      <dsp:spPr>
        <a:xfrm>
          <a:off x="6174314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6876" y="0"/>
        <a:ext cx="920271" cy="365124"/>
      </dsp:txXfrm>
    </dsp:sp>
    <dsp:sp modelId="{75A7A2EF-CFDF-4541-A5BC-685DE076CCC1}">
      <dsp:nvSpPr>
        <dsp:cNvPr id="0" name=""/>
        <dsp:cNvSpPr/>
      </dsp:nvSpPr>
      <dsp:spPr>
        <a:xfrm>
          <a:off x="7202630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5192" y="0"/>
        <a:ext cx="920271" cy="365124"/>
      </dsp:txXfrm>
    </dsp:sp>
    <dsp:sp modelId="{1589DF96-CDF3-4EB5-A15C-B0CEE34E7893}">
      <dsp:nvSpPr>
        <dsp:cNvPr id="0" name=""/>
        <dsp:cNvSpPr/>
      </dsp:nvSpPr>
      <dsp:spPr>
        <a:xfrm>
          <a:off x="8230947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13509" y="0"/>
        <a:ext cx="920271" cy="365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20" y="0"/>
          <a:ext cx="1286655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20" y="0"/>
        <a:ext cx="1195374" cy="365124"/>
      </dsp:txXfrm>
    </dsp:sp>
    <dsp:sp modelId="{85340E69-3F32-4355-8C25-B11A6294BFCB}">
      <dsp:nvSpPr>
        <dsp:cNvPr id="0" name=""/>
        <dsp:cNvSpPr/>
      </dsp:nvSpPr>
      <dsp:spPr>
        <a:xfrm>
          <a:off x="1033744" y="0"/>
          <a:ext cx="1286655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6306" y="0"/>
        <a:ext cx="921531" cy="365124"/>
      </dsp:txXfrm>
    </dsp:sp>
    <dsp:sp modelId="{238B1B2E-2B55-46D0-AD32-D50391EB5B2E}">
      <dsp:nvSpPr>
        <dsp:cNvPr id="0" name=""/>
        <dsp:cNvSpPr/>
      </dsp:nvSpPr>
      <dsp:spPr>
        <a:xfrm>
          <a:off x="2063069" y="0"/>
          <a:ext cx="128665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5631" y="0"/>
        <a:ext cx="921531" cy="365124"/>
      </dsp:txXfrm>
    </dsp:sp>
    <dsp:sp modelId="{5683ABDC-D8E5-4A50-A9CA-1745AB27F203}">
      <dsp:nvSpPr>
        <dsp:cNvPr id="0" name=""/>
        <dsp:cNvSpPr/>
      </dsp:nvSpPr>
      <dsp:spPr>
        <a:xfrm>
          <a:off x="3092393" y="0"/>
          <a:ext cx="128665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4955" y="0"/>
        <a:ext cx="921531" cy="365124"/>
      </dsp:txXfrm>
    </dsp:sp>
    <dsp:sp modelId="{0262A479-0332-4A61-B513-4AB3541BBAD7}">
      <dsp:nvSpPr>
        <dsp:cNvPr id="0" name=""/>
        <dsp:cNvSpPr/>
      </dsp:nvSpPr>
      <dsp:spPr>
        <a:xfrm>
          <a:off x="4121717" y="0"/>
          <a:ext cx="128665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4279" y="0"/>
        <a:ext cx="921531" cy="365124"/>
      </dsp:txXfrm>
    </dsp:sp>
    <dsp:sp modelId="{0BBAB2D6-B3F2-4DF3-AB6F-C740776398D7}">
      <dsp:nvSpPr>
        <dsp:cNvPr id="0" name=""/>
        <dsp:cNvSpPr/>
      </dsp:nvSpPr>
      <dsp:spPr>
        <a:xfrm>
          <a:off x="5151041" y="0"/>
          <a:ext cx="128665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33603" y="0"/>
        <a:ext cx="921531" cy="365124"/>
      </dsp:txXfrm>
    </dsp:sp>
    <dsp:sp modelId="{29971BAD-D58C-4D3B-B5F7-0316DDCA9F7A}">
      <dsp:nvSpPr>
        <dsp:cNvPr id="0" name=""/>
        <dsp:cNvSpPr/>
      </dsp:nvSpPr>
      <dsp:spPr>
        <a:xfrm>
          <a:off x="6180365" y="0"/>
          <a:ext cx="128665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62927" y="0"/>
        <a:ext cx="921531" cy="365124"/>
      </dsp:txXfrm>
    </dsp:sp>
    <dsp:sp modelId="{75A7A2EF-CFDF-4541-A5BC-685DE076CCC1}">
      <dsp:nvSpPr>
        <dsp:cNvPr id="0" name=""/>
        <dsp:cNvSpPr/>
      </dsp:nvSpPr>
      <dsp:spPr>
        <a:xfrm>
          <a:off x="7209689" y="0"/>
          <a:ext cx="128665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92251" y="0"/>
        <a:ext cx="921531" cy="365124"/>
      </dsp:txXfrm>
    </dsp:sp>
    <dsp:sp modelId="{1589DF96-CDF3-4EB5-A15C-B0CEE34E7893}">
      <dsp:nvSpPr>
        <dsp:cNvPr id="0" name=""/>
        <dsp:cNvSpPr/>
      </dsp:nvSpPr>
      <dsp:spPr>
        <a:xfrm>
          <a:off x="8239014" y="0"/>
          <a:ext cx="128665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21576" y="0"/>
        <a:ext cx="921531" cy="3651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2" y="0"/>
          <a:ext cx="1284135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2" y="0"/>
        <a:ext cx="1192854" cy="365124"/>
      </dsp:txXfrm>
    </dsp:sp>
    <dsp:sp modelId="{85340E69-3F32-4355-8C25-B11A6294BFCB}">
      <dsp:nvSpPr>
        <dsp:cNvPr id="0" name=""/>
        <dsp:cNvSpPr/>
      </dsp:nvSpPr>
      <dsp:spPr>
        <a:xfrm>
          <a:off x="1031720" y="0"/>
          <a:ext cx="128413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282" y="0"/>
        <a:ext cx="919011" cy="365124"/>
      </dsp:txXfrm>
    </dsp:sp>
    <dsp:sp modelId="{238B1B2E-2B55-46D0-AD32-D50391EB5B2E}">
      <dsp:nvSpPr>
        <dsp:cNvPr id="0" name=""/>
        <dsp:cNvSpPr/>
      </dsp:nvSpPr>
      <dsp:spPr>
        <a:xfrm>
          <a:off x="2059029" y="0"/>
          <a:ext cx="1284135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1591" y="0"/>
        <a:ext cx="919011" cy="365124"/>
      </dsp:txXfrm>
    </dsp:sp>
    <dsp:sp modelId="{5683ABDC-D8E5-4A50-A9CA-1745AB27F203}">
      <dsp:nvSpPr>
        <dsp:cNvPr id="0" name=""/>
        <dsp:cNvSpPr/>
      </dsp:nvSpPr>
      <dsp:spPr>
        <a:xfrm>
          <a:off x="3086337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68899" y="0"/>
        <a:ext cx="919011" cy="365124"/>
      </dsp:txXfrm>
    </dsp:sp>
    <dsp:sp modelId="{0262A479-0332-4A61-B513-4AB3541BBAD7}">
      <dsp:nvSpPr>
        <dsp:cNvPr id="0" name=""/>
        <dsp:cNvSpPr/>
      </dsp:nvSpPr>
      <dsp:spPr>
        <a:xfrm>
          <a:off x="4113646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6208" y="0"/>
        <a:ext cx="919011" cy="365124"/>
      </dsp:txXfrm>
    </dsp:sp>
    <dsp:sp modelId="{0BBAB2D6-B3F2-4DF3-AB6F-C740776398D7}">
      <dsp:nvSpPr>
        <dsp:cNvPr id="0" name=""/>
        <dsp:cNvSpPr/>
      </dsp:nvSpPr>
      <dsp:spPr>
        <a:xfrm>
          <a:off x="5140955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3517" y="0"/>
        <a:ext cx="919011" cy="365124"/>
      </dsp:txXfrm>
    </dsp:sp>
    <dsp:sp modelId="{29971BAD-D58C-4D3B-B5F7-0316DDCA9F7A}">
      <dsp:nvSpPr>
        <dsp:cNvPr id="0" name=""/>
        <dsp:cNvSpPr/>
      </dsp:nvSpPr>
      <dsp:spPr>
        <a:xfrm>
          <a:off x="6168263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0825" y="0"/>
        <a:ext cx="919011" cy="365124"/>
      </dsp:txXfrm>
    </dsp:sp>
    <dsp:sp modelId="{75A7A2EF-CFDF-4541-A5BC-685DE076CCC1}">
      <dsp:nvSpPr>
        <dsp:cNvPr id="0" name=""/>
        <dsp:cNvSpPr/>
      </dsp:nvSpPr>
      <dsp:spPr>
        <a:xfrm>
          <a:off x="7195572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78134" y="0"/>
        <a:ext cx="919011" cy="365124"/>
      </dsp:txXfrm>
    </dsp:sp>
    <dsp:sp modelId="{1589DF96-CDF3-4EB5-A15C-B0CEE34E7893}">
      <dsp:nvSpPr>
        <dsp:cNvPr id="0" name=""/>
        <dsp:cNvSpPr/>
      </dsp:nvSpPr>
      <dsp:spPr>
        <a:xfrm>
          <a:off x="8222881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5443" y="0"/>
        <a:ext cx="919011" cy="3651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2" y="0"/>
          <a:ext cx="1284135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2" y="0"/>
        <a:ext cx="1192854" cy="365124"/>
      </dsp:txXfrm>
    </dsp:sp>
    <dsp:sp modelId="{85340E69-3F32-4355-8C25-B11A6294BFCB}">
      <dsp:nvSpPr>
        <dsp:cNvPr id="0" name=""/>
        <dsp:cNvSpPr/>
      </dsp:nvSpPr>
      <dsp:spPr>
        <a:xfrm>
          <a:off x="1031720" y="0"/>
          <a:ext cx="128413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282" y="0"/>
        <a:ext cx="919011" cy="365124"/>
      </dsp:txXfrm>
    </dsp:sp>
    <dsp:sp modelId="{238B1B2E-2B55-46D0-AD32-D50391EB5B2E}">
      <dsp:nvSpPr>
        <dsp:cNvPr id="0" name=""/>
        <dsp:cNvSpPr/>
      </dsp:nvSpPr>
      <dsp:spPr>
        <a:xfrm>
          <a:off x="2059029" y="0"/>
          <a:ext cx="128413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1591" y="0"/>
        <a:ext cx="919011" cy="365124"/>
      </dsp:txXfrm>
    </dsp:sp>
    <dsp:sp modelId="{5683ABDC-D8E5-4A50-A9CA-1745AB27F203}">
      <dsp:nvSpPr>
        <dsp:cNvPr id="0" name=""/>
        <dsp:cNvSpPr/>
      </dsp:nvSpPr>
      <dsp:spPr>
        <a:xfrm>
          <a:off x="3086337" y="0"/>
          <a:ext cx="1284135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68899" y="0"/>
        <a:ext cx="919011" cy="365124"/>
      </dsp:txXfrm>
    </dsp:sp>
    <dsp:sp modelId="{0262A479-0332-4A61-B513-4AB3541BBAD7}">
      <dsp:nvSpPr>
        <dsp:cNvPr id="0" name=""/>
        <dsp:cNvSpPr/>
      </dsp:nvSpPr>
      <dsp:spPr>
        <a:xfrm>
          <a:off x="4113646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6208" y="0"/>
        <a:ext cx="919011" cy="365124"/>
      </dsp:txXfrm>
    </dsp:sp>
    <dsp:sp modelId="{0BBAB2D6-B3F2-4DF3-AB6F-C740776398D7}">
      <dsp:nvSpPr>
        <dsp:cNvPr id="0" name=""/>
        <dsp:cNvSpPr/>
      </dsp:nvSpPr>
      <dsp:spPr>
        <a:xfrm>
          <a:off x="5140955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3517" y="0"/>
        <a:ext cx="919011" cy="365124"/>
      </dsp:txXfrm>
    </dsp:sp>
    <dsp:sp modelId="{29971BAD-D58C-4D3B-B5F7-0316DDCA9F7A}">
      <dsp:nvSpPr>
        <dsp:cNvPr id="0" name=""/>
        <dsp:cNvSpPr/>
      </dsp:nvSpPr>
      <dsp:spPr>
        <a:xfrm>
          <a:off x="6168263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0825" y="0"/>
        <a:ext cx="919011" cy="365124"/>
      </dsp:txXfrm>
    </dsp:sp>
    <dsp:sp modelId="{75A7A2EF-CFDF-4541-A5BC-685DE076CCC1}">
      <dsp:nvSpPr>
        <dsp:cNvPr id="0" name=""/>
        <dsp:cNvSpPr/>
      </dsp:nvSpPr>
      <dsp:spPr>
        <a:xfrm>
          <a:off x="7195572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78134" y="0"/>
        <a:ext cx="919011" cy="365124"/>
      </dsp:txXfrm>
    </dsp:sp>
    <dsp:sp modelId="{1589DF96-CDF3-4EB5-A15C-B0CEE34E7893}">
      <dsp:nvSpPr>
        <dsp:cNvPr id="0" name=""/>
        <dsp:cNvSpPr/>
      </dsp:nvSpPr>
      <dsp:spPr>
        <a:xfrm>
          <a:off x="8222881" y="0"/>
          <a:ext cx="128413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5443" y="0"/>
        <a:ext cx="919011" cy="3651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07" y="0"/>
          <a:ext cx="1282876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07" y="0"/>
        <a:ext cx="1191595" cy="365124"/>
      </dsp:txXfrm>
    </dsp:sp>
    <dsp:sp modelId="{85340E69-3F32-4355-8C25-B11A6294BFCB}">
      <dsp:nvSpPr>
        <dsp:cNvPr id="0" name=""/>
        <dsp:cNvSpPr/>
      </dsp:nvSpPr>
      <dsp:spPr>
        <a:xfrm>
          <a:off x="1030708" y="0"/>
          <a:ext cx="1282876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3270" y="0"/>
        <a:ext cx="917752" cy="365124"/>
      </dsp:txXfrm>
    </dsp:sp>
    <dsp:sp modelId="{238B1B2E-2B55-46D0-AD32-D50391EB5B2E}">
      <dsp:nvSpPr>
        <dsp:cNvPr id="0" name=""/>
        <dsp:cNvSpPr/>
      </dsp:nvSpPr>
      <dsp:spPr>
        <a:xfrm>
          <a:off x="2057009" y="0"/>
          <a:ext cx="1282876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39571" y="0"/>
        <a:ext cx="917752" cy="365124"/>
      </dsp:txXfrm>
    </dsp:sp>
    <dsp:sp modelId="{5683ABDC-D8E5-4A50-A9CA-1745AB27F203}">
      <dsp:nvSpPr>
        <dsp:cNvPr id="0" name=""/>
        <dsp:cNvSpPr/>
      </dsp:nvSpPr>
      <dsp:spPr>
        <a:xfrm>
          <a:off x="3083310" y="0"/>
          <a:ext cx="1282876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65872" y="0"/>
        <a:ext cx="917752" cy="365124"/>
      </dsp:txXfrm>
    </dsp:sp>
    <dsp:sp modelId="{0262A479-0332-4A61-B513-4AB3541BBAD7}">
      <dsp:nvSpPr>
        <dsp:cNvPr id="0" name=""/>
        <dsp:cNvSpPr/>
      </dsp:nvSpPr>
      <dsp:spPr>
        <a:xfrm>
          <a:off x="4109610" y="0"/>
          <a:ext cx="1282876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2172" y="0"/>
        <a:ext cx="917752" cy="365124"/>
      </dsp:txXfrm>
    </dsp:sp>
    <dsp:sp modelId="{0BBAB2D6-B3F2-4DF3-AB6F-C740776398D7}">
      <dsp:nvSpPr>
        <dsp:cNvPr id="0" name=""/>
        <dsp:cNvSpPr/>
      </dsp:nvSpPr>
      <dsp:spPr>
        <a:xfrm>
          <a:off x="5135911" y="0"/>
          <a:ext cx="1282876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18473" y="0"/>
        <a:ext cx="917752" cy="365124"/>
      </dsp:txXfrm>
    </dsp:sp>
    <dsp:sp modelId="{29971BAD-D58C-4D3B-B5F7-0316DDCA9F7A}">
      <dsp:nvSpPr>
        <dsp:cNvPr id="0" name=""/>
        <dsp:cNvSpPr/>
      </dsp:nvSpPr>
      <dsp:spPr>
        <a:xfrm>
          <a:off x="6162212" y="0"/>
          <a:ext cx="1282876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44774" y="0"/>
        <a:ext cx="917752" cy="365124"/>
      </dsp:txXfrm>
    </dsp:sp>
    <dsp:sp modelId="{75A7A2EF-CFDF-4541-A5BC-685DE076CCC1}">
      <dsp:nvSpPr>
        <dsp:cNvPr id="0" name=""/>
        <dsp:cNvSpPr/>
      </dsp:nvSpPr>
      <dsp:spPr>
        <a:xfrm>
          <a:off x="7188513" y="0"/>
          <a:ext cx="1282876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71075" y="0"/>
        <a:ext cx="917752" cy="365124"/>
      </dsp:txXfrm>
    </dsp:sp>
    <dsp:sp modelId="{1589DF96-CDF3-4EB5-A15C-B0CEE34E7893}">
      <dsp:nvSpPr>
        <dsp:cNvPr id="0" name=""/>
        <dsp:cNvSpPr/>
      </dsp:nvSpPr>
      <dsp:spPr>
        <a:xfrm>
          <a:off x="8214814" y="0"/>
          <a:ext cx="1282876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397376" y="0"/>
        <a:ext cx="917752" cy="365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6" y="0"/>
          <a:ext cx="1285395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6" y="0"/>
        <a:ext cx="1194114" cy="365124"/>
      </dsp:txXfrm>
    </dsp:sp>
    <dsp:sp modelId="{85340E69-3F32-4355-8C25-B11A6294BFCB}">
      <dsp:nvSpPr>
        <dsp:cNvPr id="0" name=""/>
        <dsp:cNvSpPr/>
      </dsp:nvSpPr>
      <dsp:spPr>
        <a:xfrm>
          <a:off x="1032732" y="0"/>
          <a:ext cx="128539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5294" y="0"/>
        <a:ext cx="920271" cy="365124"/>
      </dsp:txXfrm>
    </dsp:sp>
    <dsp:sp modelId="{238B1B2E-2B55-46D0-AD32-D50391EB5B2E}">
      <dsp:nvSpPr>
        <dsp:cNvPr id="0" name=""/>
        <dsp:cNvSpPr/>
      </dsp:nvSpPr>
      <dsp:spPr>
        <a:xfrm>
          <a:off x="2061049" y="0"/>
          <a:ext cx="128539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3611" y="0"/>
        <a:ext cx="920271" cy="365124"/>
      </dsp:txXfrm>
    </dsp:sp>
    <dsp:sp modelId="{5683ABDC-D8E5-4A50-A9CA-1745AB27F203}">
      <dsp:nvSpPr>
        <dsp:cNvPr id="0" name=""/>
        <dsp:cNvSpPr/>
      </dsp:nvSpPr>
      <dsp:spPr>
        <a:xfrm>
          <a:off x="3089365" y="0"/>
          <a:ext cx="1285395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1927" y="0"/>
        <a:ext cx="920271" cy="365124"/>
      </dsp:txXfrm>
    </dsp:sp>
    <dsp:sp modelId="{0262A479-0332-4A61-B513-4AB3541BBAD7}">
      <dsp:nvSpPr>
        <dsp:cNvPr id="0" name=""/>
        <dsp:cNvSpPr/>
      </dsp:nvSpPr>
      <dsp:spPr>
        <a:xfrm>
          <a:off x="4117681" y="0"/>
          <a:ext cx="1285395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0243" y="0"/>
        <a:ext cx="920271" cy="365124"/>
      </dsp:txXfrm>
    </dsp:sp>
    <dsp:sp modelId="{0BBAB2D6-B3F2-4DF3-AB6F-C740776398D7}">
      <dsp:nvSpPr>
        <dsp:cNvPr id="0" name=""/>
        <dsp:cNvSpPr/>
      </dsp:nvSpPr>
      <dsp:spPr>
        <a:xfrm>
          <a:off x="5145998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8560" y="0"/>
        <a:ext cx="920271" cy="365124"/>
      </dsp:txXfrm>
    </dsp:sp>
    <dsp:sp modelId="{29971BAD-D58C-4D3B-B5F7-0316DDCA9F7A}">
      <dsp:nvSpPr>
        <dsp:cNvPr id="0" name=""/>
        <dsp:cNvSpPr/>
      </dsp:nvSpPr>
      <dsp:spPr>
        <a:xfrm>
          <a:off x="6174314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6876" y="0"/>
        <a:ext cx="920271" cy="365124"/>
      </dsp:txXfrm>
    </dsp:sp>
    <dsp:sp modelId="{75A7A2EF-CFDF-4541-A5BC-685DE076CCC1}">
      <dsp:nvSpPr>
        <dsp:cNvPr id="0" name=""/>
        <dsp:cNvSpPr/>
      </dsp:nvSpPr>
      <dsp:spPr>
        <a:xfrm>
          <a:off x="7202630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5192" y="0"/>
        <a:ext cx="920271" cy="365124"/>
      </dsp:txXfrm>
    </dsp:sp>
    <dsp:sp modelId="{1589DF96-CDF3-4EB5-A15C-B0CEE34E7893}">
      <dsp:nvSpPr>
        <dsp:cNvPr id="0" name=""/>
        <dsp:cNvSpPr/>
      </dsp:nvSpPr>
      <dsp:spPr>
        <a:xfrm>
          <a:off x="8230947" y="0"/>
          <a:ext cx="1285395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13509" y="0"/>
        <a:ext cx="920271" cy="3651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7" y="0"/>
          <a:ext cx="1285857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7" y="0"/>
        <a:ext cx="1194576" cy="365124"/>
      </dsp:txXfrm>
    </dsp:sp>
    <dsp:sp modelId="{85340E69-3F32-4355-8C25-B11A6294BFCB}">
      <dsp:nvSpPr>
        <dsp:cNvPr id="0" name=""/>
        <dsp:cNvSpPr/>
      </dsp:nvSpPr>
      <dsp:spPr>
        <a:xfrm>
          <a:off x="1033103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5665" y="0"/>
        <a:ext cx="920733" cy="365124"/>
      </dsp:txXfrm>
    </dsp:sp>
    <dsp:sp modelId="{238B1B2E-2B55-46D0-AD32-D50391EB5B2E}">
      <dsp:nvSpPr>
        <dsp:cNvPr id="0" name=""/>
        <dsp:cNvSpPr/>
      </dsp:nvSpPr>
      <dsp:spPr>
        <a:xfrm>
          <a:off x="2061789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4351" y="0"/>
        <a:ext cx="920733" cy="365124"/>
      </dsp:txXfrm>
    </dsp:sp>
    <dsp:sp modelId="{5683ABDC-D8E5-4A50-A9CA-1745AB27F203}">
      <dsp:nvSpPr>
        <dsp:cNvPr id="0" name=""/>
        <dsp:cNvSpPr/>
      </dsp:nvSpPr>
      <dsp:spPr>
        <a:xfrm>
          <a:off x="3090474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3036" y="0"/>
        <a:ext cx="920733" cy="365124"/>
      </dsp:txXfrm>
    </dsp:sp>
    <dsp:sp modelId="{0262A479-0332-4A61-B513-4AB3541BBAD7}">
      <dsp:nvSpPr>
        <dsp:cNvPr id="0" name=""/>
        <dsp:cNvSpPr/>
      </dsp:nvSpPr>
      <dsp:spPr>
        <a:xfrm>
          <a:off x="4119160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1722" y="0"/>
        <a:ext cx="920733" cy="365124"/>
      </dsp:txXfrm>
    </dsp:sp>
    <dsp:sp modelId="{0BBAB2D6-B3F2-4DF3-AB6F-C740776398D7}">
      <dsp:nvSpPr>
        <dsp:cNvPr id="0" name=""/>
        <dsp:cNvSpPr/>
      </dsp:nvSpPr>
      <dsp:spPr>
        <a:xfrm>
          <a:off x="5147846" y="0"/>
          <a:ext cx="1285857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30408" y="0"/>
        <a:ext cx="920733" cy="365124"/>
      </dsp:txXfrm>
    </dsp:sp>
    <dsp:sp modelId="{29971BAD-D58C-4D3B-B5F7-0316DDCA9F7A}">
      <dsp:nvSpPr>
        <dsp:cNvPr id="0" name=""/>
        <dsp:cNvSpPr/>
      </dsp:nvSpPr>
      <dsp:spPr>
        <a:xfrm>
          <a:off x="6176531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9093" y="0"/>
        <a:ext cx="920733" cy="365124"/>
      </dsp:txXfrm>
    </dsp:sp>
    <dsp:sp modelId="{75A7A2EF-CFDF-4541-A5BC-685DE076CCC1}">
      <dsp:nvSpPr>
        <dsp:cNvPr id="0" name=""/>
        <dsp:cNvSpPr/>
      </dsp:nvSpPr>
      <dsp:spPr>
        <a:xfrm>
          <a:off x="7205217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7779" y="0"/>
        <a:ext cx="920733" cy="365124"/>
      </dsp:txXfrm>
    </dsp:sp>
    <dsp:sp modelId="{1589DF96-CDF3-4EB5-A15C-B0CEE34E7893}">
      <dsp:nvSpPr>
        <dsp:cNvPr id="0" name=""/>
        <dsp:cNvSpPr/>
      </dsp:nvSpPr>
      <dsp:spPr>
        <a:xfrm>
          <a:off x="8233903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16465" y="0"/>
        <a:ext cx="920733" cy="3651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09" y="0"/>
          <a:ext cx="1283412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09" y="0"/>
        <a:ext cx="1192131" cy="365124"/>
      </dsp:txXfrm>
    </dsp:sp>
    <dsp:sp modelId="{85340E69-3F32-4355-8C25-B11A6294BFCB}">
      <dsp:nvSpPr>
        <dsp:cNvPr id="0" name=""/>
        <dsp:cNvSpPr/>
      </dsp:nvSpPr>
      <dsp:spPr>
        <a:xfrm>
          <a:off x="103113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3701" y="0"/>
        <a:ext cx="918288" cy="365124"/>
      </dsp:txXfrm>
    </dsp:sp>
    <dsp:sp modelId="{238B1B2E-2B55-46D0-AD32-D50391EB5B2E}">
      <dsp:nvSpPr>
        <dsp:cNvPr id="0" name=""/>
        <dsp:cNvSpPr/>
      </dsp:nvSpPr>
      <dsp:spPr>
        <a:xfrm>
          <a:off x="205786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0431" y="0"/>
        <a:ext cx="918288" cy="365124"/>
      </dsp:txXfrm>
    </dsp:sp>
    <dsp:sp modelId="{5683ABDC-D8E5-4A50-A9CA-1745AB27F203}">
      <dsp:nvSpPr>
        <dsp:cNvPr id="0" name=""/>
        <dsp:cNvSpPr/>
      </dsp:nvSpPr>
      <dsp:spPr>
        <a:xfrm>
          <a:off x="308459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67161" y="0"/>
        <a:ext cx="918288" cy="365124"/>
      </dsp:txXfrm>
    </dsp:sp>
    <dsp:sp modelId="{0262A479-0332-4A61-B513-4AB3541BBAD7}">
      <dsp:nvSpPr>
        <dsp:cNvPr id="0" name=""/>
        <dsp:cNvSpPr/>
      </dsp:nvSpPr>
      <dsp:spPr>
        <a:xfrm>
          <a:off x="411132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3891" y="0"/>
        <a:ext cx="918288" cy="365124"/>
      </dsp:txXfrm>
    </dsp:sp>
    <dsp:sp modelId="{0BBAB2D6-B3F2-4DF3-AB6F-C740776398D7}">
      <dsp:nvSpPr>
        <dsp:cNvPr id="0" name=""/>
        <dsp:cNvSpPr/>
      </dsp:nvSpPr>
      <dsp:spPr>
        <a:xfrm>
          <a:off x="5138059" y="0"/>
          <a:ext cx="1283412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0621" y="0"/>
        <a:ext cx="918288" cy="365124"/>
      </dsp:txXfrm>
    </dsp:sp>
    <dsp:sp modelId="{29971BAD-D58C-4D3B-B5F7-0316DDCA9F7A}">
      <dsp:nvSpPr>
        <dsp:cNvPr id="0" name=""/>
        <dsp:cNvSpPr/>
      </dsp:nvSpPr>
      <dsp:spPr>
        <a:xfrm>
          <a:off x="6164789" y="0"/>
          <a:ext cx="1283412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47351" y="0"/>
        <a:ext cx="918288" cy="365124"/>
      </dsp:txXfrm>
    </dsp:sp>
    <dsp:sp modelId="{75A7A2EF-CFDF-4541-A5BC-685DE076CCC1}">
      <dsp:nvSpPr>
        <dsp:cNvPr id="0" name=""/>
        <dsp:cNvSpPr/>
      </dsp:nvSpPr>
      <dsp:spPr>
        <a:xfrm>
          <a:off x="7191519" y="0"/>
          <a:ext cx="1283412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74081" y="0"/>
        <a:ext cx="918288" cy="365124"/>
      </dsp:txXfrm>
    </dsp:sp>
    <dsp:sp modelId="{1589DF96-CDF3-4EB5-A15C-B0CEE34E7893}">
      <dsp:nvSpPr>
        <dsp:cNvPr id="0" name=""/>
        <dsp:cNvSpPr/>
      </dsp:nvSpPr>
      <dsp:spPr>
        <a:xfrm>
          <a:off x="8218249" y="0"/>
          <a:ext cx="1283412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0811" y="0"/>
        <a:ext cx="918288" cy="36512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7" y="0"/>
          <a:ext cx="1285857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7" y="0"/>
        <a:ext cx="1194576" cy="365124"/>
      </dsp:txXfrm>
    </dsp:sp>
    <dsp:sp modelId="{85340E69-3F32-4355-8C25-B11A6294BFCB}">
      <dsp:nvSpPr>
        <dsp:cNvPr id="0" name=""/>
        <dsp:cNvSpPr/>
      </dsp:nvSpPr>
      <dsp:spPr>
        <a:xfrm>
          <a:off x="1033103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5665" y="0"/>
        <a:ext cx="920733" cy="365124"/>
      </dsp:txXfrm>
    </dsp:sp>
    <dsp:sp modelId="{238B1B2E-2B55-46D0-AD32-D50391EB5B2E}">
      <dsp:nvSpPr>
        <dsp:cNvPr id="0" name=""/>
        <dsp:cNvSpPr/>
      </dsp:nvSpPr>
      <dsp:spPr>
        <a:xfrm>
          <a:off x="2061789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4351" y="0"/>
        <a:ext cx="920733" cy="365124"/>
      </dsp:txXfrm>
    </dsp:sp>
    <dsp:sp modelId="{5683ABDC-D8E5-4A50-A9CA-1745AB27F203}">
      <dsp:nvSpPr>
        <dsp:cNvPr id="0" name=""/>
        <dsp:cNvSpPr/>
      </dsp:nvSpPr>
      <dsp:spPr>
        <a:xfrm>
          <a:off x="3090474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3036" y="0"/>
        <a:ext cx="920733" cy="365124"/>
      </dsp:txXfrm>
    </dsp:sp>
    <dsp:sp modelId="{0262A479-0332-4A61-B513-4AB3541BBAD7}">
      <dsp:nvSpPr>
        <dsp:cNvPr id="0" name=""/>
        <dsp:cNvSpPr/>
      </dsp:nvSpPr>
      <dsp:spPr>
        <a:xfrm>
          <a:off x="4119160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1722" y="0"/>
        <a:ext cx="920733" cy="365124"/>
      </dsp:txXfrm>
    </dsp:sp>
    <dsp:sp modelId="{0BBAB2D6-B3F2-4DF3-AB6F-C740776398D7}">
      <dsp:nvSpPr>
        <dsp:cNvPr id="0" name=""/>
        <dsp:cNvSpPr/>
      </dsp:nvSpPr>
      <dsp:spPr>
        <a:xfrm>
          <a:off x="5147846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30408" y="0"/>
        <a:ext cx="920733" cy="365124"/>
      </dsp:txXfrm>
    </dsp:sp>
    <dsp:sp modelId="{29971BAD-D58C-4D3B-B5F7-0316DDCA9F7A}">
      <dsp:nvSpPr>
        <dsp:cNvPr id="0" name=""/>
        <dsp:cNvSpPr/>
      </dsp:nvSpPr>
      <dsp:spPr>
        <a:xfrm>
          <a:off x="6176531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9093" y="0"/>
        <a:ext cx="920733" cy="365124"/>
      </dsp:txXfrm>
    </dsp:sp>
    <dsp:sp modelId="{75A7A2EF-CFDF-4541-A5BC-685DE076CCC1}">
      <dsp:nvSpPr>
        <dsp:cNvPr id="0" name=""/>
        <dsp:cNvSpPr/>
      </dsp:nvSpPr>
      <dsp:spPr>
        <a:xfrm>
          <a:off x="7205217" y="0"/>
          <a:ext cx="1285857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7779" y="0"/>
        <a:ext cx="920733" cy="365124"/>
      </dsp:txXfrm>
    </dsp:sp>
    <dsp:sp modelId="{1589DF96-CDF3-4EB5-A15C-B0CEE34E7893}">
      <dsp:nvSpPr>
        <dsp:cNvPr id="0" name=""/>
        <dsp:cNvSpPr/>
      </dsp:nvSpPr>
      <dsp:spPr>
        <a:xfrm>
          <a:off x="8233903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16465" y="0"/>
        <a:ext cx="920733" cy="36512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7" y="0"/>
          <a:ext cx="1285857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7" y="0"/>
        <a:ext cx="1194576" cy="365124"/>
      </dsp:txXfrm>
    </dsp:sp>
    <dsp:sp modelId="{85340E69-3F32-4355-8C25-B11A6294BFCB}">
      <dsp:nvSpPr>
        <dsp:cNvPr id="0" name=""/>
        <dsp:cNvSpPr/>
      </dsp:nvSpPr>
      <dsp:spPr>
        <a:xfrm>
          <a:off x="1033103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5665" y="0"/>
        <a:ext cx="920733" cy="365124"/>
      </dsp:txXfrm>
    </dsp:sp>
    <dsp:sp modelId="{238B1B2E-2B55-46D0-AD32-D50391EB5B2E}">
      <dsp:nvSpPr>
        <dsp:cNvPr id="0" name=""/>
        <dsp:cNvSpPr/>
      </dsp:nvSpPr>
      <dsp:spPr>
        <a:xfrm>
          <a:off x="2061789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4351" y="0"/>
        <a:ext cx="920733" cy="365124"/>
      </dsp:txXfrm>
    </dsp:sp>
    <dsp:sp modelId="{5683ABDC-D8E5-4A50-A9CA-1745AB27F203}">
      <dsp:nvSpPr>
        <dsp:cNvPr id="0" name=""/>
        <dsp:cNvSpPr/>
      </dsp:nvSpPr>
      <dsp:spPr>
        <a:xfrm>
          <a:off x="3090474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3036" y="0"/>
        <a:ext cx="920733" cy="365124"/>
      </dsp:txXfrm>
    </dsp:sp>
    <dsp:sp modelId="{0262A479-0332-4A61-B513-4AB3541BBAD7}">
      <dsp:nvSpPr>
        <dsp:cNvPr id="0" name=""/>
        <dsp:cNvSpPr/>
      </dsp:nvSpPr>
      <dsp:spPr>
        <a:xfrm>
          <a:off x="4119160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1722" y="0"/>
        <a:ext cx="920733" cy="365124"/>
      </dsp:txXfrm>
    </dsp:sp>
    <dsp:sp modelId="{0BBAB2D6-B3F2-4DF3-AB6F-C740776398D7}">
      <dsp:nvSpPr>
        <dsp:cNvPr id="0" name=""/>
        <dsp:cNvSpPr/>
      </dsp:nvSpPr>
      <dsp:spPr>
        <a:xfrm>
          <a:off x="5147846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30408" y="0"/>
        <a:ext cx="920733" cy="365124"/>
      </dsp:txXfrm>
    </dsp:sp>
    <dsp:sp modelId="{29971BAD-D58C-4D3B-B5F7-0316DDCA9F7A}">
      <dsp:nvSpPr>
        <dsp:cNvPr id="0" name=""/>
        <dsp:cNvSpPr/>
      </dsp:nvSpPr>
      <dsp:spPr>
        <a:xfrm>
          <a:off x="6176531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9093" y="0"/>
        <a:ext cx="920733" cy="365124"/>
      </dsp:txXfrm>
    </dsp:sp>
    <dsp:sp modelId="{75A7A2EF-CFDF-4541-A5BC-685DE076CCC1}">
      <dsp:nvSpPr>
        <dsp:cNvPr id="0" name=""/>
        <dsp:cNvSpPr/>
      </dsp:nvSpPr>
      <dsp:spPr>
        <a:xfrm>
          <a:off x="7205217" y="0"/>
          <a:ext cx="1285857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7779" y="0"/>
        <a:ext cx="920733" cy="365124"/>
      </dsp:txXfrm>
    </dsp:sp>
    <dsp:sp modelId="{1589DF96-CDF3-4EB5-A15C-B0CEE34E7893}">
      <dsp:nvSpPr>
        <dsp:cNvPr id="0" name=""/>
        <dsp:cNvSpPr/>
      </dsp:nvSpPr>
      <dsp:spPr>
        <a:xfrm>
          <a:off x="8233903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16465" y="0"/>
        <a:ext cx="920733" cy="36512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7" y="0"/>
          <a:ext cx="1285857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7" y="0"/>
        <a:ext cx="1194576" cy="365124"/>
      </dsp:txXfrm>
    </dsp:sp>
    <dsp:sp modelId="{85340E69-3F32-4355-8C25-B11A6294BFCB}">
      <dsp:nvSpPr>
        <dsp:cNvPr id="0" name=""/>
        <dsp:cNvSpPr/>
      </dsp:nvSpPr>
      <dsp:spPr>
        <a:xfrm>
          <a:off x="1033103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5665" y="0"/>
        <a:ext cx="920733" cy="365124"/>
      </dsp:txXfrm>
    </dsp:sp>
    <dsp:sp modelId="{238B1B2E-2B55-46D0-AD32-D50391EB5B2E}">
      <dsp:nvSpPr>
        <dsp:cNvPr id="0" name=""/>
        <dsp:cNvSpPr/>
      </dsp:nvSpPr>
      <dsp:spPr>
        <a:xfrm>
          <a:off x="2061789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4351" y="0"/>
        <a:ext cx="920733" cy="365124"/>
      </dsp:txXfrm>
    </dsp:sp>
    <dsp:sp modelId="{5683ABDC-D8E5-4A50-A9CA-1745AB27F203}">
      <dsp:nvSpPr>
        <dsp:cNvPr id="0" name=""/>
        <dsp:cNvSpPr/>
      </dsp:nvSpPr>
      <dsp:spPr>
        <a:xfrm>
          <a:off x="3090474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3036" y="0"/>
        <a:ext cx="920733" cy="365124"/>
      </dsp:txXfrm>
    </dsp:sp>
    <dsp:sp modelId="{0262A479-0332-4A61-B513-4AB3541BBAD7}">
      <dsp:nvSpPr>
        <dsp:cNvPr id="0" name=""/>
        <dsp:cNvSpPr/>
      </dsp:nvSpPr>
      <dsp:spPr>
        <a:xfrm>
          <a:off x="4119160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1722" y="0"/>
        <a:ext cx="920733" cy="365124"/>
      </dsp:txXfrm>
    </dsp:sp>
    <dsp:sp modelId="{0BBAB2D6-B3F2-4DF3-AB6F-C740776398D7}">
      <dsp:nvSpPr>
        <dsp:cNvPr id="0" name=""/>
        <dsp:cNvSpPr/>
      </dsp:nvSpPr>
      <dsp:spPr>
        <a:xfrm>
          <a:off x="5147846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30408" y="0"/>
        <a:ext cx="920733" cy="365124"/>
      </dsp:txXfrm>
    </dsp:sp>
    <dsp:sp modelId="{29971BAD-D58C-4D3B-B5F7-0316DDCA9F7A}">
      <dsp:nvSpPr>
        <dsp:cNvPr id="0" name=""/>
        <dsp:cNvSpPr/>
      </dsp:nvSpPr>
      <dsp:spPr>
        <a:xfrm>
          <a:off x="6176531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9093" y="0"/>
        <a:ext cx="920733" cy="365124"/>
      </dsp:txXfrm>
    </dsp:sp>
    <dsp:sp modelId="{75A7A2EF-CFDF-4541-A5BC-685DE076CCC1}">
      <dsp:nvSpPr>
        <dsp:cNvPr id="0" name=""/>
        <dsp:cNvSpPr/>
      </dsp:nvSpPr>
      <dsp:spPr>
        <a:xfrm>
          <a:off x="7205217" y="0"/>
          <a:ext cx="1285857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7779" y="0"/>
        <a:ext cx="920733" cy="365124"/>
      </dsp:txXfrm>
    </dsp:sp>
    <dsp:sp modelId="{1589DF96-CDF3-4EB5-A15C-B0CEE34E7893}">
      <dsp:nvSpPr>
        <dsp:cNvPr id="0" name=""/>
        <dsp:cNvSpPr/>
      </dsp:nvSpPr>
      <dsp:spPr>
        <a:xfrm>
          <a:off x="8233903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16465" y="0"/>
        <a:ext cx="920733" cy="36512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7" y="0"/>
          <a:ext cx="1285857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7" y="0"/>
        <a:ext cx="1194576" cy="365124"/>
      </dsp:txXfrm>
    </dsp:sp>
    <dsp:sp modelId="{85340E69-3F32-4355-8C25-B11A6294BFCB}">
      <dsp:nvSpPr>
        <dsp:cNvPr id="0" name=""/>
        <dsp:cNvSpPr/>
      </dsp:nvSpPr>
      <dsp:spPr>
        <a:xfrm>
          <a:off x="1033103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5665" y="0"/>
        <a:ext cx="920733" cy="365124"/>
      </dsp:txXfrm>
    </dsp:sp>
    <dsp:sp modelId="{238B1B2E-2B55-46D0-AD32-D50391EB5B2E}">
      <dsp:nvSpPr>
        <dsp:cNvPr id="0" name=""/>
        <dsp:cNvSpPr/>
      </dsp:nvSpPr>
      <dsp:spPr>
        <a:xfrm>
          <a:off x="2061789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4351" y="0"/>
        <a:ext cx="920733" cy="365124"/>
      </dsp:txXfrm>
    </dsp:sp>
    <dsp:sp modelId="{5683ABDC-D8E5-4A50-A9CA-1745AB27F203}">
      <dsp:nvSpPr>
        <dsp:cNvPr id="0" name=""/>
        <dsp:cNvSpPr/>
      </dsp:nvSpPr>
      <dsp:spPr>
        <a:xfrm>
          <a:off x="3090474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3036" y="0"/>
        <a:ext cx="920733" cy="365124"/>
      </dsp:txXfrm>
    </dsp:sp>
    <dsp:sp modelId="{0262A479-0332-4A61-B513-4AB3541BBAD7}">
      <dsp:nvSpPr>
        <dsp:cNvPr id="0" name=""/>
        <dsp:cNvSpPr/>
      </dsp:nvSpPr>
      <dsp:spPr>
        <a:xfrm>
          <a:off x="4119160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301722" y="0"/>
        <a:ext cx="920733" cy="365124"/>
      </dsp:txXfrm>
    </dsp:sp>
    <dsp:sp modelId="{0BBAB2D6-B3F2-4DF3-AB6F-C740776398D7}">
      <dsp:nvSpPr>
        <dsp:cNvPr id="0" name=""/>
        <dsp:cNvSpPr/>
      </dsp:nvSpPr>
      <dsp:spPr>
        <a:xfrm>
          <a:off x="5147846" y="0"/>
          <a:ext cx="1285857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30408" y="0"/>
        <a:ext cx="920733" cy="365124"/>
      </dsp:txXfrm>
    </dsp:sp>
    <dsp:sp modelId="{29971BAD-D58C-4D3B-B5F7-0316DDCA9F7A}">
      <dsp:nvSpPr>
        <dsp:cNvPr id="0" name=""/>
        <dsp:cNvSpPr/>
      </dsp:nvSpPr>
      <dsp:spPr>
        <a:xfrm>
          <a:off x="6176531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9093" y="0"/>
        <a:ext cx="920733" cy="365124"/>
      </dsp:txXfrm>
    </dsp:sp>
    <dsp:sp modelId="{75A7A2EF-CFDF-4541-A5BC-685DE076CCC1}">
      <dsp:nvSpPr>
        <dsp:cNvPr id="0" name=""/>
        <dsp:cNvSpPr/>
      </dsp:nvSpPr>
      <dsp:spPr>
        <a:xfrm>
          <a:off x="7205217" y="0"/>
          <a:ext cx="1285857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7779" y="0"/>
        <a:ext cx="920733" cy="365124"/>
      </dsp:txXfrm>
    </dsp:sp>
    <dsp:sp modelId="{1589DF96-CDF3-4EB5-A15C-B0CEE34E7893}">
      <dsp:nvSpPr>
        <dsp:cNvPr id="0" name=""/>
        <dsp:cNvSpPr/>
      </dsp:nvSpPr>
      <dsp:spPr>
        <a:xfrm>
          <a:off x="8233903" y="0"/>
          <a:ext cx="1285857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16465" y="0"/>
        <a:ext cx="920733" cy="36512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13" y="0"/>
          <a:ext cx="1284634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13" y="0"/>
        <a:ext cx="1193353" cy="365124"/>
      </dsp:txXfrm>
    </dsp:sp>
    <dsp:sp modelId="{85340E69-3F32-4355-8C25-B11A6294BFCB}">
      <dsp:nvSpPr>
        <dsp:cNvPr id="0" name=""/>
        <dsp:cNvSpPr/>
      </dsp:nvSpPr>
      <dsp:spPr>
        <a:xfrm>
          <a:off x="1032121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4683" y="0"/>
        <a:ext cx="919510" cy="365124"/>
      </dsp:txXfrm>
    </dsp:sp>
    <dsp:sp modelId="{238B1B2E-2B55-46D0-AD32-D50391EB5B2E}">
      <dsp:nvSpPr>
        <dsp:cNvPr id="0" name=""/>
        <dsp:cNvSpPr/>
      </dsp:nvSpPr>
      <dsp:spPr>
        <a:xfrm>
          <a:off x="2059829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2391" y="0"/>
        <a:ext cx="919510" cy="365124"/>
      </dsp:txXfrm>
    </dsp:sp>
    <dsp:sp modelId="{5683ABDC-D8E5-4A50-A9CA-1745AB27F203}">
      <dsp:nvSpPr>
        <dsp:cNvPr id="0" name=""/>
        <dsp:cNvSpPr/>
      </dsp:nvSpPr>
      <dsp:spPr>
        <a:xfrm>
          <a:off x="3087536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70098" y="0"/>
        <a:ext cx="919510" cy="365124"/>
      </dsp:txXfrm>
    </dsp:sp>
    <dsp:sp modelId="{0262A479-0332-4A61-B513-4AB3541BBAD7}">
      <dsp:nvSpPr>
        <dsp:cNvPr id="0" name=""/>
        <dsp:cNvSpPr/>
      </dsp:nvSpPr>
      <dsp:spPr>
        <a:xfrm>
          <a:off x="4115244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7806" y="0"/>
        <a:ext cx="919510" cy="365124"/>
      </dsp:txXfrm>
    </dsp:sp>
    <dsp:sp modelId="{0BBAB2D6-B3F2-4DF3-AB6F-C740776398D7}">
      <dsp:nvSpPr>
        <dsp:cNvPr id="0" name=""/>
        <dsp:cNvSpPr/>
      </dsp:nvSpPr>
      <dsp:spPr>
        <a:xfrm>
          <a:off x="5142952" y="0"/>
          <a:ext cx="1284634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5514" y="0"/>
        <a:ext cx="919510" cy="365124"/>
      </dsp:txXfrm>
    </dsp:sp>
    <dsp:sp modelId="{29971BAD-D58C-4D3B-B5F7-0316DDCA9F7A}">
      <dsp:nvSpPr>
        <dsp:cNvPr id="0" name=""/>
        <dsp:cNvSpPr/>
      </dsp:nvSpPr>
      <dsp:spPr>
        <a:xfrm>
          <a:off x="6170660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53222" y="0"/>
        <a:ext cx="919510" cy="365124"/>
      </dsp:txXfrm>
    </dsp:sp>
    <dsp:sp modelId="{75A7A2EF-CFDF-4541-A5BC-685DE076CCC1}">
      <dsp:nvSpPr>
        <dsp:cNvPr id="0" name=""/>
        <dsp:cNvSpPr/>
      </dsp:nvSpPr>
      <dsp:spPr>
        <a:xfrm>
          <a:off x="7198367" y="0"/>
          <a:ext cx="1284634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80929" y="0"/>
        <a:ext cx="919510" cy="365124"/>
      </dsp:txXfrm>
    </dsp:sp>
    <dsp:sp modelId="{1589DF96-CDF3-4EB5-A15C-B0CEE34E7893}">
      <dsp:nvSpPr>
        <dsp:cNvPr id="0" name=""/>
        <dsp:cNvSpPr/>
      </dsp:nvSpPr>
      <dsp:spPr>
        <a:xfrm>
          <a:off x="8226075" y="0"/>
          <a:ext cx="1284634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8637" y="0"/>
        <a:ext cx="919510" cy="36512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7BEF5-D97E-432F-BE20-3057222820B5}">
      <dsp:nvSpPr>
        <dsp:cNvPr id="0" name=""/>
        <dsp:cNvSpPr/>
      </dsp:nvSpPr>
      <dsp:spPr>
        <a:xfrm>
          <a:off x="4409" y="0"/>
          <a:ext cx="1283412" cy="365124"/>
        </a:xfrm>
        <a:prstGeom prst="homePlate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مقدمه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409" y="0"/>
        <a:ext cx="1192131" cy="365124"/>
      </dsp:txXfrm>
    </dsp:sp>
    <dsp:sp modelId="{85340E69-3F32-4355-8C25-B11A6294BFCB}">
      <dsp:nvSpPr>
        <dsp:cNvPr id="0" name=""/>
        <dsp:cNvSpPr/>
      </dsp:nvSpPr>
      <dsp:spPr>
        <a:xfrm>
          <a:off x="103113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تعریف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1213701" y="0"/>
        <a:ext cx="918288" cy="365124"/>
      </dsp:txXfrm>
    </dsp:sp>
    <dsp:sp modelId="{238B1B2E-2B55-46D0-AD32-D50391EB5B2E}">
      <dsp:nvSpPr>
        <dsp:cNvPr id="0" name=""/>
        <dsp:cNvSpPr/>
      </dsp:nvSpPr>
      <dsp:spPr>
        <a:xfrm>
          <a:off x="205786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کاربرد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2240431" y="0"/>
        <a:ext cx="918288" cy="365124"/>
      </dsp:txXfrm>
    </dsp:sp>
    <dsp:sp modelId="{5683ABDC-D8E5-4A50-A9CA-1745AB27F203}">
      <dsp:nvSpPr>
        <dsp:cNvPr id="0" name=""/>
        <dsp:cNvSpPr/>
      </dsp:nvSpPr>
      <dsp:spPr>
        <a:xfrm>
          <a:off x="308459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چالش‌ها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3267161" y="0"/>
        <a:ext cx="918288" cy="365124"/>
      </dsp:txXfrm>
    </dsp:sp>
    <dsp:sp modelId="{0262A479-0332-4A61-B513-4AB3541BBAD7}">
      <dsp:nvSpPr>
        <dsp:cNvPr id="0" name=""/>
        <dsp:cNvSpPr/>
      </dsp:nvSpPr>
      <dsp:spPr>
        <a:xfrm>
          <a:off x="411132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روش‌ها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4293891" y="0"/>
        <a:ext cx="918288" cy="365124"/>
      </dsp:txXfrm>
    </dsp:sp>
    <dsp:sp modelId="{0BBAB2D6-B3F2-4DF3-AB6F-C740776398D7}">
      <dsp:nvSpPr>
        <dsp:cNvPr id="0" name=""/>
        <dsp:cNvSpPr/>
      </dsp:nvSpPr>
      <dsp:spPr>
        <a:xfrm>
          <a:off x="513805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LIME</a:t>
          </a:r>
        </a:p>
      </dsp:txBody>
      <dsp:txXfrm>
        <a:off x="5320621" y="0"/>
        <a:ext cx="918288" cy="365124"/>
      </dsp:txXfrm>
    </dsp:sp>
    <dsp:sp modelId="{29971BAD-D58C-4D3B-B5F7-0316DDCA9F7A}">
      <dsp:nvSpPr>
        <dsp:cNvPr id="0" name=""/>
        <dsp:cNvSpPr/>
      </dsp:nvSpPr>
      <dsp:spPr>
        <a:xfrm>
          <a:off x="6164789" y="0"/>
          <a:ext cx="1283412" cy="365124"/>
        </a:xfrm>
        <a:prstGeom prst="chevron">
          <a:avLst/>
        </a:prstGeom>
        <a:solidFill>
          <a:prstClr val="white">
            <a:lumMod val="65000"/>
          </a:prst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مقایسه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6347351" y="0"/>
        <a:ext cx="918288" cy="365124"/>
      </dsp:txXfrm>
    </dsp:sp>
    <dsp:sp modelId="{75A7A2EF-CFDF-4541-A5BC-685DE076CCC1}">
      <dsp:nvSpPr>
        <dsp:cNvPr id="0" name=""/>
        <dsp:cNvSpPr/>
      </dsp:nvSpPr>
      <dsp:spPr>
        <a:xfrm>
          <a:off x="7191519" y="0"/>
          <a:ext cx="1283412" cy="365124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SHAP</a:t>
          </a:r>
        </a:p>
      </dsp:txBody>
      <dsp:txXfrm>
        <a:off x="7374081" y="0"/>
        <a:ext cx="918288" cy="365124"/>
      </dsp:txXfrm>
    </dsp:sp>
    <dsp:sp modelId="{1589DF96-CDF3-4EB5-A15C-B0CEE34E7893}">
      <dsp:nvSpPr>
        <dsp:cNvPr id="0" name=""/>
        <dsp:cNvSpPr/>
      </dsp:nvSpPr>
      <dsp:spPr>
        <a:xfrm>
          <a:off x="8218249" y="0"/>
          <a:ext cx="1283412" cy="365124"/>
        </a:xfrm>
        <a:prstGeom prst="chevron">
          <a:avLst/>
        </a:prstGeom>
        <a:solidFill>
          <a:schemeClr val="bg1"/>
        </a:solidFill>
        <a:ln w="25400" cap="flat" cmpd="sng" algn="ctr">
          <a:solidFill>
            <a:prstClr val="black">
              <a:shade val="80000"/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B Koodak" panose="00000700000000000000" pitchFamily="2" charset="-78"/>
            </a:rPr>
            <a:t>جمع‌بندی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B Koodak" panose="00000700000000000000" pitchFamily="2" charset="-78"/>
          </a:endParaRPr>
        </a:p>
      </dsp:txBody>
      <dsp:txXfrm>
        <a:off x="8400811" y="0"/>
        <a:ext cx="918288" cy="365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95C46-1DA1-47B6-BABA-C4CA597A704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4D3D9-8499-4CFB-B601-8A5DF0D32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15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4D3D9-8499-4CFB-B601-8A5DF0D327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8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9020F-E081-1146-FA70-DE0622B3F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A827D-317A-8248-7A34-B64014F2F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AA265-07E7-E074-A782-837CC4DA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B1A11-4CB2-458B-8748-1125837BE8C1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624D7-E391-41DB-8CDE-232F2ACC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4CB9-B998-AAE4-140E-C4786D78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8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B2A2-81BC-F2EE-A276-D335D2E7C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055F-7946-A4D1-C0DA-6BF60BBE2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29383-CC9F-6077-91BF-7CD93902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D7F61-35E2-46A7-9F1C-4B2AFD633C9E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BE3B-921E-D168-49E3-E1AC010E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B99EC-FE27-8EED-3EBE-9F08BF59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4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64E7-53A1-492B-755A-FE9A9D39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6E9C1-7403-F41A-21E9-4741D6A52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1165-DDB6-C321-376B-77CCE017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BC21-DFB2-46F7-B27D-543806BD6EC6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4F59E-DD1F-320C-70AE-FC3ED345E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FB950-BB0A-3F35-735C-3AF0F3DB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2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78DB-6D67-D988-9047-F3C8EF90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86A3-540D-EBEE-DD06-EFA4FC212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26C3C-6CFD-0373-8D2F-221BA943E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F7FF-B855-828A-E780-4E4DC984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8E4F-14AD-43CF-B550-2744FFBF9039}" type="datetime1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9836A-7D1C-526B-36E8-5861E6E1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BDEE0-0C7E-69D1-0686-C45097FF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5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F145-DD9F-D1E3-B92F-E394DFD3C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462F-8859-74E5-38E0-CB43755F3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CEB3D-BC18-243E-FEEA-DA24616C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268AA-AE99-45FC-AD87-EC654750B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8DDFB-B06F-41CF-2C5B-E0A9806AF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B36F5-81EA-41D4-93DE-B36483C82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D3DB4-DC54-497F-899F-DEDCEF8010F6}" type="datetime1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CA60D-6C9B-D5A0-FB89-942AA36E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26697-AB18-A862-F065-4FE73156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0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0C16-F587-ED6E-FB79-5F192A2E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F0A640-F5C6-4FA9-671F-495B2711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F5D90-4CF2-41C8-8D4A-EE2550DC1EAB}" type="datetime1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C54B1-64E7-22BF-A51E-E8306B22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86A47-D86C-CB8D-4B89-FDD00C4F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5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0A876-0DBA-7AC7-FBC5-39525976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B0945-A788-43D9-A90C-21E712EAB0C7}" type="datetime1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C9D13-884F-9C8D-23EE-DF9631BF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2799-295D-EC9D-340A-4DE061DA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0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E73-4423-F6A4-566A-DA5BE08A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C4C21-4810-0143-E861-1316860C2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39977-285F-7D32-E269-95B6551B1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BCEAA-75E0-4CDA-0AD8-5C981207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F46B-4C41-41CB-A7A7-E2B8DE284F89}" type="datetime1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42A1C-3F0E-7F0B-A64E-A468A553E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AD4C-1365-7AB6-0E0C-1607801B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C022-49D0-B8D5-3434-BB6940DB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A0698-3003-E826-43AE-E845BA2E5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1C7C3-C7AE-4133-C224-61CD9A620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19A96-EA86-9B69-225A-BEB5458A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344A3-1304-4BD8-8EB9-852A17A24494}" type="datetime1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79758-8069-DDDF-550D-CD85B5F9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578BE-D9DA-03B8-F07C-5267F7E1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6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15D0-2B9A-FD1F-14C4-ECD3D0B9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91BFF-246E-3EB1-30E0-759D9A33E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4334-C724-B0B2-8E12-B35C0179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EFE8-A02B-4735-8A58-7761E4D2B6F0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4B4B2-E1A4-9530-0C65-22E30C23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21ABF-5D78-9FE0-ED9E-D0331CD7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A1628-7DAF-9860-B049-DBAD9A013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FDAC6-6E97-6FDB-3955-D373F9152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95CD3-D437-6086-708D-4580606D3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30C7-FFD1-4C1A-940B-33FF12137638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38CF0-3915-2065-0C07-6A9B3977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0E2BA-2768-9A39-BCEF-C1011922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2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5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C7852-76B5-C7AD-57CE-0CE1D5A7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91ACA-196B-B35A-EDBB-13AEF7375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86960-4894-4219-60F6-6324B7134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D53C3-B8C1-49C1-9043-E92B6C24960A}" type="datetime1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4EB2C-17D7-648E-07B6-A3B73EEB8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25017-BF12-D30E-7AF8-08C50C840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963D-E14C-4C50-B9EA-35F5DD97B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9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openxmlformats.org/officeDocument/2006/relationships/image" Target="../media/image10.jpg"/><Relationship Id="rId5" Type="http://schemas.openxmlformats.org/officeDocument/2006/relationships/diagramColors" Target="../diagrams/colors3.xml"/><Relationship Id="rId10" Type="http://schemas.openxmlformats.org/officeDocument/2006/relationships/image" Target="../media/image9.jp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eg"/><Relationship Id="rId3" Type="http://schemas.openxmlformats.org/officeDocument/2006/relationships/diagramLayout" Target="../diagrams/layout4.xml"/><Relationship Id="rId7" Type="http://schemas.openxmlformats.org/officeDocument/2006/relationships/image" Target="../media/image7.jpeg"/><Relationship Id="rId12" Type="http://schemas.openxmlformats.org/officeDocument/2006/relationships/image" Target="../media/image12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openxmlformats.org/officeDocument/2006/relationships/image" Target="../media/image11.jpeg"/><Relationship Id="rId5" Type="http://schemas.openxmlformats.org/officeDocument/2006/relationships/diagramColors" Target="../diagrams/colors4.xml"/><Relationship Id="rId15" Type="http://schemas.openxmlformats.org/officeDocument/2006/relationships/image" Target="../media/image6.png"/><Relationship Id="rId10" Type="http://schemas.openxmlformats.org/officeDocument/2006/relationships/image" Target="../media/image10.jp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2.jpg"/><Relationship Id="rId3" Type="http://schemas.openxmlformats.org/officeDocument/2006/relationships/diagramLayout" Target="../diagrams/layout5.xml"/><Relationship Id="rId7" Type="http://schemas.openxmlformats.org/officeDocument/2006/relationships/image" Target="../media/image7.jpeg"/><Relationship Id="rId12" Type="http://schemas.openxmlformats.org/officeDocument/2006/relationships/image" Target="../media/image14.jp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openxmlformats.org/officeDocument/2006/relationships/image" Target="../media/image11.jpeg"/><Relationship Id="rId5" Type="http://schemas.openxmlformats.org/officeDocument/2006/relationships/diagramColors" Target="../diagrams/colors5.xml"/><Relationship Id="rId10" Type="http://schemas.openxmlformats.org/officeDocument/2006/relationships/image" Target="../media/image10.jp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9.jpg"/><Relationship Id="rId1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diagramLayout" Target="../diagrams/layout6.xml"/><Relationship Id="rId7" Type="http://schemas.openxmlformats.org/officeDocument/2006/relationships/image" Target="../media/image11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11" Type="http://schemas.openxmlformats.org/officeDocument/2006/relationships/image" Target="../media/image15.png"/><Relationship Id="rId5" Type="http://schemas.openxmlformats.org/officeDocument/2006/relationships/diagramColors" Target="../diagrams/colors6.xml"/><Relationship Id="rId10" Type="http://schemas.openxmlformats.org/officeDocument/2006/relationships/image" Target="../media/image13.jpe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5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7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8.jp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17.xml"/><Relationship Id="rId7" Type="http://schemas.openxmlformats.org/officeDocument/2006/relationships/image" Target="../media/image19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21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22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23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933-8C47-128E-F547-824BA7C5893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12340" y="857830"/>
            <a:ext cx="4016375" cy="1293813"/>
          </a:xfrm>
        </p:spPr>
        <p:txBody>
          <a:bodyPr>
            <a:noAutofit/>
          </a:bodyPr>
          <a:lstStyle/>
          <a:p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1F3FA-A572-3929-2CAB-B6837B6299F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878618" y="857830"/>
            <a:ext cx="2701042" cy="215322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fa-IR" sz="2400" dirty="0">
                <a:cs typeface="B Titr" panose="00000700000000000000" pitchFamily="2" charset="-78"/>
              </a:rPr>
              <a:t>ارائه دهندگان: </a:t>
            </a:r>
            <a:endParaRPr lang="en-US" sz="2400" dirty="0">
              <a:cs typeface="B Titr" panose="00000700000000000000" pitchFamily="2" charset="-78"/>
            </a:endParaRPr>
          </a:p>
          <a:p>
            <a:pPr marL="0" indent="0" algn="r">
              <a:buNone/>
            </a:pPr>
            <a:r>
              <a:rPr lang="fa-IR" sz="2400" dirty="0">
                <a:cs typeface="B Titr" panose="00000700000000000000" pitchFamily="2" charset="-78"/>
              </a:rPr>
              <a:t>محمد مهدی اسدی</a:t>
            </a:r>
          </a:p>
          <a:p>
            <a:pPr marL="0" indent="0" algn="r">
              <a:buNone/>
            </a:pPr>
            <a:r>
              <a:rPr lang="fa-IR" sz="2400" dirty="0">
                <a:cs typeface="B Titr" panose="00000700000000000000" pitchFamily="2" charset="-78"/>
              </a:rPr>
              <a:t>دانیال مبینی</a:t>
            </a:r>
          </a:p>
          <a:p>
            <a:pPr marL="0" indent="0" algn="r">
              <a:buNone/>
            </a:pPr>
            <a:r>
              <a:rPr lang="fa-IR" sz="2400" dirty="0">
                <a:cs typeface="B Titr" panose="00000700000000000000" pitchFamily="2" charset="-78"/>
              </a:rPr>
              <a:t>امیر حسین سلیمانی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DA19F-E4C4-B6F3-FA4C-3D1034D28815}"/>
              </a:ext>
            </a:extLst>
          </p:cNvPr>
          <p:cNvSpPr txBox="1"/>
          <p:nvPr/>
        </p:nvSpPr>
        <p:spPr>
          <a:xfrm>
            <a:off x="9355842" y="5630838"/>
            <a:ext cx="122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۱۴۰۴/۱/۱۶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15CC044-A6FC-9115-7565-596F3CDF5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2340" y="4706358"/>
            <a:ext cx="1293813" cy="129381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804F0-D573-56A6-74D3-38E1AA4C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0AB47F-0018-0EE0-8F37-A45A4FDDCAAF}"/>
              </a:ext>
            </a:extLst>
          </p:cNvPr>
          <p:cNvSpPr/>
          <p:nvPr/>
        </p:nvSpPr>
        <p:spPr>
          <a:xfrm rot="10800000">
            <a:off x="-6951277" y="-1445306"/>
            <a:ext cx="6313714" cy="9748611"/>
          </a:xfrm>
          <a:prstGeom prst="ellipse">
            <a:avLst/>
          </a:prstGeom>
          <a:blipFill dpi="0" rotWithShape="1">
            <a:blip r:embed="rId5"/>
            <a:srcRect/>
            <a:stretch>
              <a:fillRect t="-21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5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9304CF0F-F81B-724F-8BEA-524C72C22A86}"/>
              </a:ext>
            </a:extLst>
          </p:cNvPr>
          <p:cNvSpPr/>
          <p:nvPr/>
        </p:nvSpPr>
        <p:spPr>
          <a:xfrm>
            <a:off x="-1407225" y="-1445306"/>
            <a:ext cx="6313714" cy="9748611"/>
          </a:xfrm>
          <a:prstGeom prst="ellipse">
            <a:avLst/>
          </a:prstGeom>
          <a:blipFill dpi="0" rotWithShape="1">
            <a:blip r:embed="rId3"/>
            <a:srcRect/>
            <a:stretch>
              <a:fillRect t="-21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58D27F-E309-C637-03A6-43D2DB552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5082698"/>
              </p:ext>
            </p:extLst>
          </p:nvPr>
        </p:nvGraphicFramePr>
        <p:xfrm>
          <a:off x="1032163" y="5791682"/>
          <a:ext cx="9520759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672EA-926B-BCAB-CC81-60C55010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2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25F90-0C29-87DF-0DD4-AE98A77D46A0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مقدمه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0F81E-D726-BCC9-69DD-E302765ED0A8}"/>
              </a:ext>
            </a:extLst>
          </p:cNvPr>
          <p:cNvSpPr txBox="1"/>
          <p:nvPr/>
        </p:nvSpPr>
        <p:spPr>
          <a:xfrm>
            <a:off x="1108364" y="1082700"/>
            <a:ext cx="1005147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cs typeface="B Nazanin" panose="00000400000000000000" pitchFamily="2" charset="-78"/>
              </a:rPr>
              <a:t>XAI</a:t>
            </a:r>
            <a:r>
              <a:rPr lang="fa-IR" sz="3200" b="1" dirty="0">
                <a:cs typeface="B Nazanin" panose="00000400000000000000" pitchFamily="2" charset="-78"/>
              </a:rPr>
              <a:t> چیست؟</a:t>
            </a:r>
          </a:p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fa-IR" sz="3200" b="1" dirty="0">
                <a:cs typeface="B Nazanin" panose="00000400000000000000" pitchFamily="2" charset="-78"/>
              </a:rPr>
              <a:t>چرا مهم است؟</a:t>
            </a:r>
          </a:p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fa-IR" sz="3200" b="1" dirty="0">
                <a:cs typeface="B Nazanin" panose="00000400000000000000" pitchFamily="2" charset="-78"/>
              </a:rPr>
              <a:t>چالش‌های آن</a:t>
            </a:r>
            <a:endParaRPr lang="en-US" sz="3200" b="1" dirty="0">
              <a:cs typeface="B Nazanin" panose="00000400000000000000" pitchFamily="2" charset="-78"/>
            </a:endParaRPr>
          </a:p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fa-IR" sz="3200" b="1" dirty="0">
                <a:cs typeface="B Nazanin" panose="00000400000000000000" pitchFamily="2" charset="-78"/>
              </a:rPr>
              <a:t>روش‌ها</a:t>
            </a:r>
            <a:endParaRPr lang="en-US" sz="3200" b="1" dirty="0">
              <a:cs typeface="B Nazanin" panose="00000400000000000000" pitchFamily="2" charset="-78"/>
            </a:endParaRPr>
          </a:p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cs typeface="B Nazanin" panose="00000400000000000000" pitchFamily="2" charset="-78"/>
              </a:rPr>
              <a:t>LIME</a:t>
            </a:r>
          </a:p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fa-IR" sz="3200" b="1" dirty="0">
                <a:cs typeface="B Nazanin" panose="00000400000000000000" pitchFamily="2" charset="-78"/>
              </a:rPr>
              <a:t>مقایسه دو روش اصلی</a:t>
            </a:r>
            <a:endParaRPr lang="en-US" sz="3200" b="1" dirty="0">
              <a:cs typeface="B Nazanin" panose="00000400000000000000" pitchFamily="2" charset="-78"/>
            </a:endParaRPr>
          </a:p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cs typeface="B Nazanin" panose="00000400000000000000" pitchFamily="2" charset="-78"/>
              </a:rPr>
              <a:t>SHAP</a:t>
            </a:r>
          </a:p>
          <a:p>
            <a:pPr marL="457200" indent="-457200" algn="just" rtl="1">
              <a:lnSpc>
                <a:spcPts val="4500"/>
              </a:lnSpc>
              <a:buFont typeface="Wingdings" panose="05000000000000000000" pitchFamily="2" charset="2"/>
              <a:buChar char="§"/>
            </a:pPr>
            <a:r>
              <a:rPr lang="fa-IR" sz="3200" b="1" dirty="0">
                <a:cs typeface="B Nazanin" panose="00000400000000000000" pitchFamily="2" charset="-78"/>
              </a:rPr>
              <a:t>سخن پایانی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CDF44C-EFE7-C347-99FA-AC350DF8E221}"/>
              </a:ext>
            </a:extLst>
          </p:cNvPr>
          <p:cNvSpPr txBox="1"/>
          <p:nvPr/>
        </p:nvSpPr>
        <p:spPr>
          <a:xfrm>
            <a:off x="1032163" y="5409391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>
                    <a:lumMod val="90000"/>
                  </a:schemeClr>
                </a:solidFill>
              </a:rPr>
              <a:t>Photos by </a:t>
            </a:r>
            <a:r>
              <a:rPr lang="en-US" sz="900" dirty="0" err="1">
                <a:solidFill>
                  <a:schemeClr val="bg2">
                    <a:lumMod val="90000"/>
                  </a:schemeClr>
                </a:solidFill>
              </a:rPr>
              <a:t>FreePik</a:t>
            </a:r>
            <a:endParaRPr lang="en-US" sz="9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87CA189-7A06-DA94-0044-80943CC759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24943">
            <a:off x="-7057878" y="768363"/>
            <a:ext cx="5337652" cy="533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53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292AF-5E15-FE32-5394-18A282CC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26DBB4-539F-84C4-8D61-7BE23C850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2251730"/>
              </p:ext>
            </p:extLst>
          </p:nvPr>
        </p:nvGraphicFramePr>
        <p:xfrm>
          <a:off x="1032164" y="5791682"/>
          <a:ext cx="9530090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D203E-FF4E-2D4F-9DC9-6D8A05C7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3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4931E-C031-F99B-9976-7D3537397753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تعریف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F4FA1-A7B7-806E-480E-624EEE390F75}"/>
              </a:ext>
            </a:extLst>
          </p:cNvPr>
          <p:cNvSpPr txBox="1"/>
          <p:nvPr/>
        </p:nvSpPr>
        <p:spPr>
          <a:xfrm>
            <a:off x="1108364" y="1616364"/>
            <a:ext cx="1005147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cs typeface="B Nazanin" panose="00000400000000000000" pitchFamily="2" charset="-78"/>
              </a:rPr>
              <a:t>AI</a:t>
            </a:r>
            <a:r>
              <a:rPr lang="fa-IR" sz="3200" b="1" dirty="0">
                <a:cs typeface="B Nazanin" panose="00000400000000000000" pitchFamily="2" charset="-78"/>
              </a:rPr>
              <a:t> چطور کار می‌کند؟</a:t>
            </a:r>
          </a:p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3200" b="1" dirty="0">
                <a:cs typeface="B Nazanin" panose="00000400000000000000" pitchFamily="2" charset="-78"/>
              </a:rPr>
              <a:t>پزشک یا دادگاه!</a:t>
            </a:r>
          </a:p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3200" b="1" dirty="0">
                <a:cs typeface="B Nazanin" panose="00000400000000000000" pitchFamily="2" charset="-78"/>
              </a:rPr>
              <a:t>یادگیری عمیق (جعبه سیاه)</a:t>
            </a:r>
          </a:p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3200" b="1" dirty="0">
                <a:cs typeface="B Nazanin" panose="00000400000000000000" pitchFamily="2" charset="-78"/>
              </a:rPr>
              <a:t>شفافیت     اعتماد!     عدم جهت‌گیری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CD5B73-C65D-5B25-782B-88D7D1CDFF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24943">
            <a:off x="819055" y="917308"/>
            <a:ext cx="5337652" cy="53376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7D40E0-0402-E7D4-022D-3466290B0D73}"/>
              </a:ext>
            </a:extLst>
          </p:cNvPr>
          <p:cNvSpPr txBox="1"/>
          <p:nvPr/>
        </p:nvSpPr>
        <p:spPr>
          <a:xfrm>
            <a:off x="1032163" y="5409391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Photos by </a:t>
            </a:r>
            <a:r>
              <a:rPr lang="en-US" sz="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FreePik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0655A4-7561-750D-20CD-759A22C34186}"/>
              </a:ext>
            </a:extLst>
          </p:cNvPr>
          <p:cNvSpPr/>
          <p:nvPr/>
        </p:nvSpPr>
        <p:spPr>
          <a:xfrm>
            <a:off x="-6530075" y="-1445306"/>
            <a:ext cx="6313714" cy="9748611"/>
          </a:xfrm>
          <a:prstGeom prst="ellipse">
            <a:avLst/>
          </a:prstGeom>
          <a:blipFill dpi="0" rotWithShape="1">
            <a:blip r:embed="rId8"/>
            <a:srcRect/>
            <a:stretch>
              <a:fillRect l="6000" t="-2100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88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79B39-3610-A340-0763-5B9CCFB5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B314066-E60F-26CA-2599-39DED3DF83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501335"/>
              </p:ext>
            </p:extLst>
          </p:nvPr>
        </p:nvGraphicFramePr>
        <p:xfrm>
          <a:off x="1032163" y="5791682"/>
          <a:ext cx="9511429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806AD-F639-E195-5945-BC02235F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4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AD81E-E59C-82D6-22A1-E86A08445D48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چرا مهم است؟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B1B-5783-CE69-8F7A-CA445B8AF0E8}"/>
              </a:ext>
            </a:extLst>
          </p:cNvPr>
          <p:cNvSpPr txBox="1"/>
          <p:nvPr/>
        </p:nvSpPr>
        <p:spPr>
          <a:xfrm>
            <a:off x="1108364" y="1616364"/>
            <a:ext cx="100514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هرجا سخن از </a:t>
            </a:r>
            <a:r>
              <a:rPr lang="fa-IR" sz="3600" b="1" dirty="0">
                <a:cs typeface="B Nazanin" panose="00000400000000000000" pitchFamily="2" charset="-78"/>
              </a:rPr>
              <a:t>اعتماد</a:t>
            </a:r>
            <a:r>
              <a:rPr lang="fa-IR" sz="3200" b="1" dirty="0">
                <a:cs typeface="B Nazanin" panose="00000400000000000000" pitchFamily="2" charset="-78"/>
              </a:rPr>
              <a:t> است!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تصمیم‌گیری‌های عادلانه</a:t>
            </a:r>
          </a:p>
          <a:p>
            <a:pPr algn="just" rtl="1">
              <a:lnSpc>
                <a:spcPct val="200000"/>
              </a:lnSpc>
            </a:pPr>
            <a:r>
              <a:rPr lang="en-US" sz="3200" b="1" dirty="0">
                <a:cs typeface="B Nazanin" panose="00000400000000000000" pitchFamily="2" charset="-78"/>
              </a:rPr>
              <a:t>GDPR</a:t>
            </a:r>
            <a:endParaRPr lang="fa-IR" sz="3200" b="1" dirty="0">
              <a:cs typeface="B Nazanin" panose="00000400000000000000" pitchFamily="2" charset="-78"/>
            </a:endParaRPr>
          </a:p>
          <a:p>
            <a:pPr algn="just" rtl="1">
              <a:lnSpc>
                <a:spcPct val="200000"/>
              </a:lnSpc>
            </a:pPr>
            <a:r>
              <a:rPr lang="en-US" sz="3200" b="1" dirty="0">
                <a:cs typeface="B Nazanin" panose="00000400000000000000" pitchFamily="2" charset="-78"/>
              </a:rPr>
              <a:t>Debug</a:t>
            </a:r>
            <a:endParaRPr lang="fa-IR" sz="3200" b="1" dirty="0">
              <a:cs typeface="B Nazanin" panose="00000400000000000000" pitchFamily="2" charset="-78"/>
            </a:endParaRP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996B9B9-4799-CDF1-8254-36163A34A1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69535">
            <a:off x="819055" y="917308"/>
            <a:ext cx="5337652" cy="53376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149BAB8-8D2C-B6DA-C93C-5DFC3A0EAADD}"/>
              </a:ext>
            </a:extLst>
          </p:cNvPr>
          <p:cNvSpPr txBox="1"/>
          <p:nvPr/>
        </p:nvSpPr>
        <p:spPr>
          <a:xfrm>
            <a:off x="1032163" y="5409391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Photos by </a:t>
            </a:r>
            <a:r>
              <a:rPr lang="en-US" sz="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FreePik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Picture 2" descr="A person and person pulling a rope&#10;&#10;AI-generated content may be incorrect.">
            <a:extLst>
              <a:ext uri="{FF2B5EF4-FFF2-40B4-BE49-F238E27FC236}">
                <a16:creationId xmlns:a16="http://schemas.microsoft.com/office/drawing/2014/main" id="{952C2D2E-C80F-2049-69DB-1DFEB252DD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7575">
            <a:off x="734136" y="-2844120"/>
            <a:ext cx="3042194" cy="1901371"/>
          </a:xfrm>
          <a:prstGeom prst="rect">
            <a:avLst/>
          </a:prstGeom>
        </p:spPr>
      </p:pic>
      <p:pic>
        <p:nvPicPr>
          <p:cNvPr id="8" name="Picture 7" descr="A person sitting on the floor with her hands on her head&#10;&#10;AI-generated content may be incorrect.">
            <a:extLst>
              <a:ext uri="{FF2B5EF4-FFF2-40B4-BE49-F238E27FC236}">
                <a16:creationId xmlns:a16="http://schemas.microsoft.com/office/drawing/2014/main" id="{F90EF2D7-D7F5-8B78-B4BA-2D63553E3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1493">
            <a:off x="-4075822" y="3339810"/>
            <a:ext cx="2384810" cy="2384810"/>
          </a:xfrm>
          <a:prstGeom prst="rect">
            <a:avLst/>
          </a:prstGeom>
        </p:spPr>
      </p:pic>
      <p:pic>
        <p:nvPicPr>
          <p:cNvPr id="10" name="Picture 9" descr="A person with arms crossed and many thoughts above her head&#10;&#10;AI-generated content may be incorrect.">
            <a:extLst>
              <a:ext uri="{FF2B5EF4-FFF2-40B4-BE49-F238E27FC236}">
                <a16:creationId xmlns:a16="http://schemas.microsoft.com/office/drawing/2014/main" id="{32505149-CB82-E4FF-7DFA-2BFCC22E0D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84074" y="391885"/>
            <a:ext cx="2252163" cy="2252163"/>
          </a:xfrm>
          <a:prstGeom prst="rect">
            <a:avLst/>
          </a:prstGeom>
        </p:spPr>
      </p:pic>
      <p:pic>
        <p:nvPicPr>
          <p:cNvPr id="12" name="Picture 11" descr="A cartoon of a person sitting on the floor with his hands on his face&#10;&#10;AI-generated content may be incorrect.">
            <a:extLst>
              <a:ext uri="{FF2B5EF4-FFF2-40B4-BE49-F238E27FC236}">
                <a16:creationId xmlns:a16="http://schemas.microsoft.com/office/drawing/2014/main" id="{EDF83889-D7AF-09C3-7950-6314761657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09467">
            <a:off x="-2722643" y="-2811773"/>
            <a:ext cx="2058319" cy="205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82EA3-C577-941B-5C01-E17880EBB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72EFEB-4E9D-7522-0D3A-2947B7F7D6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214641"/>
              </p:ext>
            </p:extLst>
          </p:nvPr>
        </p:nvGraphicFramePr>
        <p:xfrm>
          <a:off x="1032163" y="5791682"/>
          <a:ext cx="9511429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0A80F-72FC-501B-8B9C-B7A971B6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5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4A453-30A8-7E64-0107-A4E0534ACB1F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چالش‌ها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B0F2F-C973-9D13-7CFA-846493E01D3C}"/>
              </a:ext>
            </a:extLst>
          </p:cNvPr>
          <p:cNvSpPr txBox="1"/>
          <p:nvPr/>
        </p:nvSpPr>
        <p:spPr>
          <a:xfrm>
            <a:off x="1108364" y="1318308"/>
            <a:ext cx="1005147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تعادل دقت و شفافیت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پیچیدگی مدل‌ها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نبود استاندارد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تأثیر داده‌های آموزشی</a:t>
            </a:r>
          </a:p>
        </p:txBody>
      </p:sp>
      <p:pic>
        <p:nvPicPr>
          <p:cNvPr id="2" name="Picture 1" descr="A person and person pulling a rope&#10;&#10;AI-generated content may be incorrect.">
            <a:extLst>
              <a:ext uri="{FF2B5EF4-FFF2-40B4-BE49-F238E27FC236}">
                <a16:creationId xmlns:a16="http://schemas.microsoft.com/office/drawing/2014/main" id="{AADB740E-304B-93D9-394D-3D053A9895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7575">
            <a:off x="2813177" y="1248999"/>
            <a:ext cx="3042194" cy="1901371"/>
          </a:xfrm>
          <a:prstGeom prst="rect">
            <a:avLst/>
          </a:prstGeom>
        </p:spPr>
      </p:pic>
      <p:pic>
        <p:nvPicPr>
          <p:cNvPr id="13" name="Picture 12" descr="A person sitting on the floor with her hands on her head&#10;&#10;AI-generated content may be incorrect.">
            <a:extLst>
              <a:ext uri="{FF2B5EF4-FFF2-40B4-BE49-F238E27FC236}">
                <a16:creationId xmlns:a16="http://schemas.microsoft.com/office/drawing/2014/main" id="{607C5B7D-BB40-0C96-29F4-E3805E7C79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1493">
            <a:off x="3936021" y="2804619"/>
            <a:ext cx="2384810" cy="2384810"/>
          </a:xfrm>
          <a:prstGeom prst="rect">
            <a:avLst/>
          </a:prstGeom>
        </p:spPr>
      </p:pic>
      <p:pic>
        <p:nvPicPr>
          <p:cNvPr id="15" name="Picture 14" descr="A person with arms crossed and many thoughts above her head&#10;&#10;AI-generated content may be incorrect.">
            <a:extLst>
              <a:ext uri="{FF2B5EF4-FFF2-40B4-BE49-F238E27FC236}">
                <a16:creationId xmlns:a16="http://schemas.microsoft.com/office/drawing/2014/main" id="{4C6C9720-B1E3-C4D4-9BC8-8911678151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06" y="2630979"/>
            <a:ext cx="2252163" cy="2252163"/>
          </a:xfrm>
          <a:prstGeom prst="rect">
            <a:avLst/>
          </a:prstGeom>
        </p:spPr>
      </p:pic>
      <p:pic>
        <p:nvPicPr>
          <p:cNvPr id="14" name="Picture 13" descr="A cartoon of a person sitting on the floor with his hands on his face&#10;&#10;AI-generated content may be incorrect.">
            <a:extLst>
              <a:ext uri="{FF2B5EF4-FFF2-40B4-BE49-F238E27FC236}">
                <a16:creationId xmlns:a16="http://schemas.microsoft.com/office/drawing/2014/main" id="{E60423BE-59A9-BB14-C3C7-77C173EC21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09467">
            <a:off x="972247" y="1306792"/>
            <a:ext cx="2058319" cy="20583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D4FFE5-2110-6BFF-C342-B99A61D64712}"/>
              </a:ext>
            </a:extLst>
          </p:cNvPr>
          <p:cNvSpPr txBox="1"/>
          <p:nvPr/>
        </p:nvSpPr>
        <p:spPr>
          <a:xfrm>
            <a:off x="1032163" y="5409391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Photos by </a:t>
            </a:r>
            <a:r>
              <a:rPr lang="en-US" sz="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FreePik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Picture 16" descr="A light bulb made of gears&#10;&#10;AI-generated content may be incorrect.">
            <a:extLst>
              <a:ext uri="{FF2B5EF4-FFF2-40B4-BE49-F238E27FC236}">
                <a16:creationId xmlns:a16="http://schemas.microsoft.com/office/drawing/2014/main" id="{70867686-2814-D5B5-53C9-A67C754E61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0235" y="5030724"/>
            <a:ext cx="2252164" cy="2252164"/>
          </a:xfrm>
          <a:prstGeom prst="rect">
            <a:avLst/>
          </a:prstGeom>
        </p:spPr>
      </p:pic>
      <p:pic>
        <p:nvPicPr>
          <p:cNvPr id="18" name="Picture 17" descr="A person standing on a gear with a computer&#10;&#10;AI-generated content may be incorrect.">
            <a:extLst>
              <a:ext uri="{FF2B5EF4-FFF2-40B4-BE49-F238E27FC236}">
                <a16:creationId xmlns:a16="http://schemas.microsoft.com/office/drawing/2014/main" id="{7D4AC69A-0334-C583-6061-7E14EB48A6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8984" y="-3396660"/>
            <a:ext cx="2743200" cy="2743200"/>
          </a:xfrm>
          <a:prstGeom prst="rect">
            <a:avLst/>
          </a:prstGeom>
        </p:spPr>
      </p:pic>
      <p:pic>
        <p:nvPicPr>
          <p:cNvPr id="19" name="Picture 18" descr="A person pointing at a sign&#10;&#10;AI-generated content may be incorrect.">
            <a:extLst>
              <a:ext uri="{FF2B5EF4-FFF2-40B4-BE49-F238E27FC236}">
                <a16:creationId xmlns:a16="http://schemas.microsoft.com/office/drawing/2014/main" id="{4EAFA7D1-7F0E-5EF5-E97F-083CAAC1FF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0653" y="396471"/>
            <a:ext cx="2743200" cy="2743200"/>
          </a:xfrm>
          <a:prstGeom prst="rect">
            <a:avLst/>
          </a:prstGeom>
        </p:spPr>
      </p:pic>
      <p:pic>
        <p:nvPicPr>
          <p:cNvPr id="20" name="Picture 19" descr="A light bulb coming out of a box&#10;&#10;AI-generated content may be incorrect.">
            <a:extLst>
              <a:ext uri="{FF2B5EF4-FFF2-40B4-BE49-F238E27FC236}">
                <a16:creationId xmlns:a16="http://schemas.microsoft.com/office/drawing/2014/main" id="{F61CC4EC-16B8-72C3-7903-0BCEA82196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6636" y="-3658022"/>
            <a:ext cx="2743200" cy="2743200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338623F-FEE4-89A2-AF3D-F61C6C284C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69535">
            <a:off x="-6196573" y="857057"/>
            <a:ext cx="5337652" cy="533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83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FCCFC-DEE4-F877-C140-BC1FB588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EC37099-2556-E98A-0BD3-644FC7EC94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4581052"/>
              </p:ext>
            </p:extLst>
          </p:nvPr>
        </p:nvGraphicFramePr>
        <p:xfrm>
          <a:off x="1032164" y="5791682"/>
          <a:ext cx="9502098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E670E-3F86-76E4-17C0-D66EC61F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6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EDC1C-1A8E-7259-9E44-A0F19EB642C3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روش‌ها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31E2F-B5B1-7D2F-AA99-AF7017FA9520}"/>
              </a:ext>
            </a:extLst>
          </p:cNvPr>
          <p:cNvSpPr txBox="1"/>
          <p:nvPr/>
        </p:nvSpPr>
        <p:spPr>
          <a:xfrm>
            <a:off x="1108364" y="1318308"/>
            <a:ext cx="1005147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مبتنی بر مدل (</a:t>
            </a:r>
            <a:r>
              <a:rPr lang="en-US" sz="3200" b="1" dirty="0">
                <a:cs typeface="B Nazanin" panose="00000400000000000000" pitchFamily="2" charset="-78"/>
              </a:rPr>
              <a:t>Model-Specific</a:t>
            </a:r>
            <a:r>
              <a:rPr lang="fa-IR" sz="3200" b="1" dirty="0">
                <a:cs typeface="B Nazanin" panose="00000400000000000000" pitchFamily="2" charset="-78"/>
              </a:rPr>
              <a:t>)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مستقل از مدل (</a:t>
            </a:r>
            <a:r>
              <a:rPr lang="en-US" sz="3200" b="1" dirty="0">
                <a:cs typeface="B Nazanin" panose="00000400000000000000" pitchFamily="2" charset="-78"/>
              </a:rPr>
              <a:t>Model-Agnostic</a:t>
            </a:r>
            <a:r>
              <a:rPr lang="fa-IR" sz="3200" b="1" dirty="0">
                <a:cs typeface="B Nazanin" panose="00000400000000000000" pitchFamily="2" charset="-78"/>
              </a:rPr>
              <a:t>)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توضیح‌پذیری محلی و جهانی</a:t>
            </a:r>
          </a:p>
        </p:txBody>
      </p:sp>
      <p:pic>
        <p:nvPicPr>
          <p:cNvPr id="2" name="Picture 1" descr="A person and person pulling a rope&#10;&#10;AI-generated content may be incorrect.">
            <a:extLst>
              <a:ext uri="{FF2B5EF4-FFF2-40B4-BE49-F238E27FC236}">
                <a16:creationId xmlns:a16="http://schemas.microsoft.com/office/drawing/2014/main" id="{EB9E6D2B-9C79-DEC4-7DF8-54ED45492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0633">
            <a:off x="-2615166" y="-2802795"/>
            <a:ext cx="3042194" cy="1901371"/>
          </a:xfrm>
          <a:prstGeom prst="rect">
            <a:avLst/>
          </a:prstGeom>
        </p:spPr>
      </p:pic>
      <p:pic>
        <p:nvPicPr>
          <p:cNvPr id="13" name="Picture 12" descr="A person sitting on the floor with her hands on her head&#10;&#10;AI-generated content may be incorrect.">
            <a:extLst>
              <a:ext uri="{FF2B5EF4-FFF2-40B4-BE49-F238E27FC236}">
                <a16:creationId xmlns:a16="http://schemas.microsoft.com/office/drawing/2014/main" id="{0310B0B9-6A5B-58CF-3920-0B9437018F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67070">
            <a:off x="1548921" y="-3217465"/>
            <a:ext cx="2384810" cy="2384810"/>
          </a:xfrm>
          <a:prstGeom prst="rect">
            <a:avLst/>
          </a:prstGeom>
        </p:spPr>
      </p:pic>
      <p:pic>
        <p:nvPicPr>
          <p:cNvPr id="15" name="Picture 14" descr="A person with arms crossed and many thoughts above her head&#10;&#10;AI-generated content may be incorrect.">
            <a:extLst>
              <a:ext uri="{FF2B5EF4-FFF2-40B4-BE49-F238E27FC236}">
                <a16:creationId xmlns:a16="http://schemas.microsoft.com/office/drawing/2014/main" id="{06DA18ED-7E83-5DA5-DD30-FF231002FA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63430" y="2587436"/>
            <a:ext cx="2252163" cy="2252163"/>
          </a:xfrm>
          <a:prstGeom prst="rect">
            <a:avLst/>
          </a:prstGeom>
        </p:spPr>
      </p:pic>
      <p:pic>
        <p:nvPicPr>
          <p:cNvPr id="14" name="Picture 13" descr="A cartoon of a person sitting on the floor with his hands on his face&#10;&#10;AI-generated content may be incorrect.">
            <a:extLst>
              <a:ext uri="{FF2B5EF4-FFF2-40B4-BE49-F238E27FC236}">
                <a16:creationId xmlns:a16="http://schemas.microsoft.com/office/drawing/2014/main" id="{B70EE2CE-E776-9446-1089-8878272DB3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23994">
            <a:off x="-3520448" y="-84823"/>
            <a:ext cx="2058319" cy="20583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157E25-D2EE-4792-3A04-868A4431D105}"/>
              </a:ext>
            </a:extLst>
          </p:cNvPr>
          <p:cNvSpPr txBox="1"/>
          <p:nvPr/>
        </p:nvSpPr>
        <p:spPr>
          <a:xfrm>
            <a:off x="1032163" y="5409391"/>
            <a:ext cx="21456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Photos by </a:t>
            </a:r>
            <a:r>
              <a:rPr lang="en-US" sz="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FreePik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Picture 16" descr="A light bulb made of gears&#10;&#10;AI-generated content may be incorrect.">
            <a:extLst>
              <a:ext uri="{FF2B5EF4-FFF2-40B4-BE49-F238E27FC236}">
                <a16:creationId xmlns:a16="http://schemas.microsoft.com/office/drawing/2014/main" id="{0CE4D73A-7D58-A2EF-4BBF-C6243D0776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16860">
            <a:off x="925670" y="3032956"/>
            <a:ext cx="2252164" cy="2252164"/>
          </a:xfrm>
          <a:prstGeom prst="rect">
            <a:avLst/>
          </a:prstGeom>
        </p:spPr>
      </p:pic>
      <p:pic>
        <p:nvPicPr>
          <p:cNvPr id="19" name="Picture 18" descr="A light bulb coming out of a box&#10;&#10;AI-generated content may be incorrect.">
            <a:extLst>
              <a:ext uri="{FF2B5EF4-FFF2-40B4-BE49-F238E27FC236}">
                <a16:creationId xmlns:a16="http://schemas.microsoft.com/office/drawing/2014/main" id="{8C8FCC16-2A7A-3DD4-3F71-4B65B15153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3645">
            <a:off x="737393" y="1019281"/>
            <a:ext cx="2411111" cy="2411111"/>
          </a:xfrm>
          <a:prstGeom prst="rect">
            <a:avLst/>
          </a:prstGeom>
        </p:spPr>
      </p:pic>
      <p:pic>
        <p:nvPicPr>
          <p:cNvPr id="21" name="Picture 20" descr="A person standing on a gear with a computer&#10;&#10;AI-generated content may be incorrect.">
            <a:extLst>
              <a:ext uri="{FF2B5EF4-FFF2-40B4-BE49-F238E27FC236}">
                <a16:creationId xmlns:a16="http://schemas.microsoft.com/office/drawing/2014/main" id="{627EFD35-F92F-5A00-88B0-8859EB7D4AE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47413">
            <a:off x="2588589" y="1019539"/>
            <a:ext cx="2450867" cy="2450867"/>
          </a:xfrm>
          <a:prstGeom prst="rect">
            <a:avLst/>
          </a:prstGeom>
        </p:spPr>
      </p:pic>
      <p:pic>
        <p:nvPicPr>
          <p:cNvPr id="23" name="Picture 22" descr="A person pointing at a sign&#10;&#10;AI-generated content may be incorrect.">
            <a:extLst>
              <a:ext uri="{FF2B5EF4-FFF2-40B4-BE49-F238E27FC236}">
                <a16:creationId xmlns:a16="http://schemas.microsoft.com/office/drawing/2014/main" id="{B9F9B4CE-E177-359B-DF72-B4F6479FC2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9767">
            <a:off x="2493780" y="3139557"/>
            <a:ext cx="2201540" cy="22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1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E6CB3-6C44-E4F6-2CB7-15C6B8A9D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776FD24-B06D-1628-F236-346FC8CC7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570620"/>
              </p:ext>
            </p:extLst>
          </p:nvPr>
        </p:nvGraphicFramePr>
        <p:xfrm>
          <a:off x="1032163" y="5791682"/>
          <a:ext cx="9520759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CB769-D18F-BE37-9ABD-DA7D912B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7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BA776-2692-C19C-666D-F56357F7DAFC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روش‌ها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2391B-AAC5-BF5C-8836-F55386EA3534}"/>
              </a:ext>
            </a:extLst>
          </p:cNvPr>
          <p:cNvSpPr txBox="1"/>
          <p:nvPr/>
        </p:nvSpPr>
        <p:spPr>
          <a:xfrm>
            <a:off x="1108364" y="1318308"/>
            <a:ext cx="1005147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اهمیت ویژگی‌ها (</a:t>
            </a:r>
            <a:r>
              <a:rPr lang="en-US" sz="3200" b="1" dirty="0">
                <a:cs typeface="B Nazanin" panose="00000400000000000000" pitchFamily="2" charset="-78"/>
              </a:rPr>
              <a:t>Feature Importance</a:t>
            </a:r>
            <a:r>
              <a:rPr lang="fa-IR" sz="3200" b="1" dirty="0">
                <a:cs typeface="B Nazanin" panose="00000400000000000000" pitchFamily="2" charset="-78"/>
              </a:rPr>
              <a:t>)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نمودار‌های وابستگی جزئی (</a:t>
            </a:r>
            <a:r>
              <a:rPr lang="en-US" sz="3200" b="1" dirty="0">
                <a:cs typeface="B Nazanin" panose="00000400000000000000" pitchFamily="2" charset="-78"/>
              </a:rPr>
              <a:t>PDP</a:t>
            </a:r>
            <a:r>
              <a:rPr lang="fa-IR" sz="3200" b="1" dirty="0">
                <a:cs typeface="B Nazanin" panose="00000400000000000000" pitchFamily="2" charset="-78"/>
              </a:rPr>
              <a:t>)</a:t>
            </a:r>
            <a:endParaRPr lang="en-US" sz="3200" b="1" dirty="0">
              <a:cs typeface="B Nazanin" panose="00000400000000000000" pitchFamily="2" charset="-78"/>
            </a:endParaRPr>
          </a:p>
          <a:p>
            <a:pPr rtl="1">
              <a:lnSpc>
                <a:spcPct val="200000"/>
              </a:lnSpc>
            </a:pPr>
            <a:r>
              <a:rPr lang="en-US" sz="3200" b="1" dirty="0">
                <a:cs typeface="B Nazanin" panose="00000400000000000000" pitchFamily="2" charset="-78"/>
              </a:rPr>
              <a:t>LIME (</a:t>
            </a:r>
            <a:r>
              <a:rPr lang="en-US" sz="2800" b="1" dirty="0">
                <a:cs typeface="B Nazanin" panose="00000400000000000000" pitchFamily="2" charset="-78"/>
              </a:rPr>
              <a:t>Local Interpretable Model-agnostic Explanations</a:t>
            </a:r>
            <a:r>
              <a:rPr lang="en-US" sz="3200" b="1" dirty="0">
                <a:cs typeface="B Nazanin" panose="00000400000000000000" pitchFamily="2" charset="-78"/>
              </a:rPr>
              <a:t>)</a:t>
            </a:r>
          </a:p>
          <a:p>
            <a:pPr rtl="1">
              <a:lnSpc>
                <a:spcPct val="200000"/>
              </a:lnSpc>
            </a:pPr>
            <a:r>
              <a:rPr lang="en-US" sz="3200" b="1" dirty="0">
                <a:cs typeface="B Nazanin" panose="00000400000000000000" pitchFamily="2" charset="-78"/>
              </a:rPr>
              <a:t>SHAP (</a:t>
            </a:r>
            <a:r>
              <a:rPr lang="en-US" sz="2800" b="1" dirty="0" err="1">
                <a:cs typeface="B Nazanin" panose="00000400000000000000" pitchFamily="2" charset="-78"/>
              </a:rPr>
              <a:t>SHapley</a:t>
            </a:r>
            <a:r>
              <a:rPr lang="en-US" sz="2800" b="1" dirty="0">
                <a:cs typeface="B Nazanin" panose="00000400000000000000" pitchFamily="2" charset="-78"/>
              </a:rPr>
              <a:t> Additive Explanations</a:t>
            </a:r>
            <a:r>
              <a:rPr lang="en-US" sz="3200" b="1" dirty="0">
                <a:cs typeface="B Nazanin" panose="00000400000000000000" pitchFamily="2" charset="-78"/>
              </a:rPr>
              <a:t>)</a:t>
            </a:r>
            <a:endParaRPr lang="fa-IR" sz="3200" b="1" dirty="0">
              <a:cs typeface="B Nazanin" panose="00000400000000000000" pitchFamily="2" charset="-78"/>
            </a:endParaRPr>
          </a:p>
        </p:txBody>
      </p:sp>
      <p:pic>
        <p:nvPicPr>
          <p:cNvPr id="17" name="Picture 16" descr="A light bulb made of gears&#10;&#10;AI-generated content may be incorrect.">
            <a:extLst>
              <a:ext uri="{FF2B5EF4-FFF2-40B4-BE49-F238E27FC236}">
                <a16:creationId xmlns:a16="http://schemas.microsoft.com/office/drawing/2014/main" id="{503F3C1B-1D5E-7344-40F4-58B173F8FB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31960">
            <a:off x="-2293779" y="6604217"/>
            <a:ext cx="2252164" cy="2252164"/>
          </a:xfrm>
          <a:prstGeom prst="rect">
            <a:avLst/>
          </a:prstGeom>
        </p:spPr>
      </p:pic>
      <p:pic>
        <p:nvPicPr>
          <p:cNvPr id="19" name="Picture 18" descr="A light bulb coming out of a box&#10;&#10;AI-generated content may be incorrect.">
            <a:extLst>
              <a:ext uri="{FF2B5EF4-FFF2-40B4-BE49-F238E27FC236}">
                <a16:creationId xmlns:a16="http://schemas.microsoft.com/office/drawing/2014/main" id="{6804DFA5-4CD6-5D53-AC50-CF009A4EBA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3645">
            <a:off x="-2958308" y="-1367305"/>
            <a:ext cx="2411111" cy="2411111"/>
          </a:xfrm>
          <a:prstGeom prst="rect">
            <a:avLst/>
          </a:prstGeom>
        </p:spPr>
      </p:pic>
      <p:pic>
        <p:nvPicPr>
          <p:cNvPr id="21" name="Picture 20" descr="A person standing on a gear with a computer&#10;&#10;AI-generated content may be incorrect.">
            <a:extLst>
              <a:ext uri="{FF2B5EF4-FFF2-40B4-BE49-F238E27FC236}">
                <a16:creationId xmlns:a16="http://schemas.microsoft.com/office/drawing/2014/main" id="{2BD1D6D4-03D7-1062-91A1-9115ADDDFF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47413">
            <a:off x="12564616" y="-1730657"/>
            <a:ext cx="2450867" cy="2450867"/>
          </a:xfrm>
          <a:prstGeom prst="rect">
            <a:avLst/>
          </a:prstGeom>
        </p:spPr>
      </p:pic>
      <p:pic>
        <p:nvPicPr>
          <p:cNvPr id="23" name="Picture 22" descr="A person pointing at a sign&#10;&#10;AI-generated content may be incorrect.">
            <a:extLst>
              <a:ext uri="{FF2B5EF4-FFF2-40B4-BE49-F238E27FC236}">
                <a16:creationId xmlns:a16="http://schemas.microsoft.com/office/drawing/2014/main" id="{3296EC6C-A5CC-1E1E-C09F-5BF5ADD7ED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9767">
            <a:off x="12689280" y="6629529"/>
            <a:ext cx="2201540" cy="2201540"/>
          </a:xfrm>
          <a:prstGeom prst="rect">
            <a:avLst/>
          </a:prstGeom>
        </p:spPr>
      </p:pic>
      <p:pic>
        <p:nvPicPr>
          <p:cNvPr id="9" name="Picture 8" descr="A graph of a line&#10;&#10;AI-generated content may be incorrect.">
            <a:extLst>
              <a:ext uri="{FF2B5EF4-FFF2-40B4-BE49-F238E27FC236}">
                <a16:creationId xmlns:a16="http://schemas.microsoft.com/office/drawing/2014/main" id="{EE2ED3F2-2CFB-4809-8795-780B086F3C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133" y="-2458751"/>
            <a:ext cx="3543934" cy="211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68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ADC63-D049-2F65-FCBB-73AF2C70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372875-1461-4A88-7BAC-D56CA6E135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4124439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2DD6D-618D-7CFD-0C21-6E35DBA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8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BA44B-8D02-4FCE-C275-ADA2D8078715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روش‌ها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C7A33-901D-762D-EECD-5C924EC13C88}"/>
              </a:ext>
            </a:extLst>
          </p:cNvPr>
          <p:cNvSpPr txBox="1"/>
          <p:nvPr/>
        </p:nvSpPr>
        <p:spPr>
          <a:xfrm>
            <a:off x="1108364" y="1318308"/>
            <a:ext cx="10051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en-US" sz="3200" b="1" dirty="0">
                <a:cs typeface="B Nazanin" panose="00000400000000000000" pitchFamily="2" charset="-78"/>
              </a:rPr>
              <a:t>Partial Dependence Plots</a:t>
            </a:r>
            <a:endParaRPr lang="fa-IR" sz="3200" b="1" dirty="0">
              <a:cs typeface="B Nazanin" panose="000004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9B36E-7825-1622-9113-429C81E4CA50}"/>
              </a:ext>
            </a:extLst>
          </p:cNvPr>
          <p:cNvSpPr txBox="1"/>
          <p:nvPr/>
        </p:nvSpPr>
        <p:spPr>
          <a:xfrm>
            <a:off x="1032163" y="5404189"/>
            <a:ext cx="2132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 by </a:t>
            </a:r>
            <a:r>
              <a:rPr 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SciKit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Learn</a:t>
            </a:r>
          </a:p>
        </p:txBody>
      </p:sp>
      <p:pic>
        <p:nvPicPr>
          <p:cNvPr id="9" name="Picture 8" descr="A graph of a line&#10;&#10;AI-generated content may be incorrect.">
            <a:extLst>
              <a:ext uri="{FF2B5EF4-FFF2-40B4-BE49-F238E27FC236}">
                <a16:creationId xmlns:a16="http://schemas.microsoft.com/office/drawing/2014/main" id="{7899E6D8-5106-D5D4-3BB3-CAFCB65C59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4" y="2272415"/>
            <a:ext cx="10051472" cy="313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08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EBA4B-C2F0-904B-5AE5-1D175817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1798FAD-5768-AE85-E555-BB8FC3FC9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9910789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03ECA-999D-D413-7752-165C7011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9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E8422-CB7A-AE10-37AF-3AA65ECF3BB7}"/>
              </a:ext>
            </a:extLst>
          </p:cNvPr>
          <p:cNvSpPr txBox="1"/>
          <p:nvPr/>
        </p:nvSpPr>
        <p:spPr>
          <a:xfrm>
            <a:off x="3915064" y="516528"/>
            <a:ext cx="4361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4000" dirty="0">
                <a:solidFill>
                  <a:srgbClr val="34495E"/>
                </a:solidFill>
                <a:cs typeface="B Titr" panose="00000700000000000000" pitchFamily="2" charset="-78"/>
              </a:rPr>
              <a:t>معرفی جام</a:t>
            </a:r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ع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LIME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EC07F-B514-13BE-A2D6-EA06BA1C929B}"/>
              </a:ext>
            </a:extLst>
          </p:cNvPr>
          <p:cNvSpPr txBox="1"/>
          <p:nvPr/>
        </p:nvSpPr>
        <p:spPr>
          <a:xfrm>
            <a:off x="1108364" y="1318308"/>
            <a:ext cx="100514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>
              <a:lnSpc>
                <a:spcPct val="200000"/>
              </a:lnSpc>
            </a:pPr>
            <a:r>
              <a:rPr lang="en-US" sz="3200" b="1" dirty="0">
                <a:cs typeface="B Nazanin" panose="00000400000000000000" pitchFamily="2" charset="-78"/>
              </a:rPr>
              <a:t>Local Interpretable Model-agnostic Explanations</a:t>
            </a:r>
          </a:p>
          <a:p>
            <a:pPr algn="r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تفسیر تک‌تک پیش‌بینی‌های مدل‌های پیچیده (محلی)</a:t>
            </a:r>
            <a:endParaRPr lang="en-US" sz="3200" b="1" dirty="0">
              <a:cs typeface="B Nazanin" panose="00000400000000000000" pitchFamily="2" charset="-78"/>
            </a:endParaRPr>
          </a:p>
          <a:p>
            <a:pPr algn="r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تمرکز روی یک نمونه خاص و رفتار مدل </a:t>
            </a:r>
            <a:r>
              <a:rPr lang="fa-IR" sz="3600" b="1" dirty="0">
                <a:cs typeface="B Nazanin" panose="00000400000000000000" pitchFamily="2" charset="-78"/>
              </a:rPr>
              <a:t>حول آن نقطه</a:t>
            </a:r>
          </a:p>
          <a:p>
            <a:pPr algn="r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قابلیت اعمال بر هر مدل </a:t>
            </a:r>
            <a:r>
              <a:rPr lang="en-US" sz="3200" b="1" dirty="0">
                <a:cs typeface="B Nazanin" panose="00000400000000000000" pitchFamily="2" charset="-78"/>
              </a:rPr>
              <a:t>black box</a:t>
            </a:r>
            <a:r>
              <a:rPr lang="fa-IR" sz="3200" b="1" dirty="0">
                <a:cs typeface="B Nazanin" panose="00000400000000000000" pitchFamily="2" charset="-78"/>
              </a:rPr>
              <a:t> (شبکه عصبی، </a:t>
            </a:r>
            <a:r>
              <a:rPr lang="en-US" sz="3200" b="1" dirty="0">
                <a:cs typeface="B Nazanin" panose="00000400000000000000" pitchFamily="2" charset="-78"/>
              </a:rPr>
              <a:t>SVM</a:t>
            </a:r>
            <a:r>
              <a:rPr lang="fa-IR" sz="3200" b="1" dirty="0">
                <a:cs typeface="B Nazanin" panose="00000400000000000000" pitchFamily="2" charset="-7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5590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4543A-050F-DF10-007A-E515389E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103830E-1C37-1857-9CC4-B5E221A1F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8737164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BA031-D234-3770-7536-14231390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10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90639-A129-AAF7-4AF9-46736EC904C1}"/>
              </a:ext>
            </a:extLst>
          </p:cNvPr>
          <p:cNvSpPr txBox="1"/>
          <p:nvPr/>
        </p:nvSpPr>
        <p:spPr>
          <a:xfrm>
            <a:off x="2931056" y="522934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4000" dirty="0">
                <a:solidFill>
                  <a:srgbClr val="34495E"/>
                </a:solidFill>
                <a:cs typeface="B Titr" panose="00000700000000000000" pitchFamily="2" charset="-78"/>
              </a:rPr>
              <a:t>ریاضیات ساده پشت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LIME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B432E-5183-88A1-5999-3530C1814BCD}"/>
              </a:ext>
            </a:extLst>
          </p:cNvPr>
          <p:cNvSpPr txBox="1"/>
          <p:nvPr/>
        </p:nvSpPr>
        <p:spPr>
          <a:xfrm>
            <a:off x="1108364" y="1318308"/>
            <a:ext cx="10051472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SA" sz="2400" b="1" dirty="0">
                <a:cs typeface="B Nazanin" panose="00000400000000000000" pitchFamily="2" charset="-78"/>
              </a:rPr>
              <a:t>مراحل کار: </a:t>
            </a:r>
          </a:p>
          <a:p>
            <a:pPr marL="514350" indent="-514350" algn="r" rtl="1">
              <a:lnSpc>
                <a:spcPct val="200000"/>
              </a:lnSpc>
              <a:buFont typeface="+mj-lt"/>
              <a:buAutoNum type="arabicPeriod"/>
            </a:pPr>
            <a:r>
              <a:rPr lang="ar-SA" sz="2800" b="1" dirty="0">
                <a:cs typeface="B Nazanin" panose="00000400000000000000" pitchFamily="2" charset="-78"/>
              </a:rPr>
              <a:t>تولید نمونه‌های اطراف داده </a:t>
            </a:r>
            <a:r>
              <a:rPr lang="ar-SA" sz="2800" b="1">
                <a:cs typeface="B Nazanin" panose="00000400000000000000" pitchFamily="2" charset="-78"/>
              </a:rPr>
              <a:t>مورد نظر</a:t>
            </a:r>
            <a:endParaRPr lang="ar-SA" sz="2800" b="1" dirty="0">
              <a:cs typeface="B Nazanin" panose="00000400000000000000" pitchFamily="2" charset="-78"/>
            </a:endParaRPr>
          </a:p>
          <a:p>
            <a:pPr marL="514350" indent="-514350" algn="r" rtl="1">
              <a:lnSpc>
                <a:spcPct val="200000"/>
              </a:lnSpc>
              <a:buFont typeface="+mj-lt"/>
              <a:buAutoNum type="arabicPeriod"/>
            </a:pPr>
            <a:r>
              <a:rPr lang="ar-SA" sz="2800" b="1" dirty="0">
                <a:cs typeface="B Nazanin" panose="00000400000000000000" pitchFamily="2" charset="-78"/>
              </a:rPr>
              <a:t>پیش‌بینی مدل اصلی برای این نمونه‌ها</a:t>
            </a:r>
          </a:p>
          <a:p>
            <a:pPr marL="514350" indent="-514350" algn="r" rtl="1">
              <a:lnSpc>
                <a:spcPct val="200000"/>
              </a:lnSpc>
              <a:buFont typeface="+mj-lt"/>
              <a:buAutoNum type="arabicPeriod"/>
            </a:pPr>
            <a:r>
              <a:rPr lang="ar-SA" sz="2800" b="1" dirty="0">
                <a:cs typeface="B Nazanin" panose="00000400000000000000" pitchFamily="2" charset="-78"/>
              </a:rPr>
              <a:t>آموزش یک مدل ساده (رگرسیون خطی) روی داده‌ها</a:t>
            </a:r>
          </a:p>
          <a:p>
            <a:pPr marL="514350" indent="-514350" algn="r" rtl="1">
              <a:lnSpc>
                <a:spcPct val="200000"/>
              </a:lnSpc>
              <a:buFont typeface="+mj-lt"/>
              <a:buAutoNum type="arabicPeriod"/>
            </a:pPr>
            <a:r>
              <a:rPr lang="ar-SA" sz="2800" b="1" dirty="0">
                <a:cs typeface="B Nazanin" panose="00000400000000000000" pitchFamily="2" charset="-78"/>
              </a:rPr>
              <a:t>استخراج وزن‌های مدل ساده به عنوان اهمیت ویژگی‌ها</a:t>
            </a:r>
          </a:p>
        </p:txBody>
      </p:sp>
    </p:spTree>
    <p:extLst>
      <p:ext uri="{BB962C8B-B14F-4D97-AF65-F5344CB8AC3E}">
        <p14:creationId xmlns:p14="http://schemas.microsoft.com/office/powerpoint/2010/main" val="184933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FDED6-242F-5025-8183-220FECC0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8B881F-C425-F935-AB2D-5408CDD3D6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2345418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4B602-8EC8-AE2C-C4CC-EBCD9B4F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11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5C4CE-CEDD-8EA9-7FA1-C8B0909034EE}"/>
              </a:ext>
            </a:extLst>
          </p:cNvPr>
          <p:cNvSpPr txBox="1"/>
          <p:nvPr/>
        </p:nvSpPr>
        <p:spPr>
          <a:xfrm>
            <a:off x="2931056" y="522934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4000" dirty="0">
                <a:solidFill>
                  <a:srgbClr val="34495E"/>
                </a:solidFill>
                <a:cs typeface="B Titr" panose="00000700000000000000" pitchFamily="2" charset="-78"/>
              </a:rPr>
              <a:t>ریاضیات ساده پشت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LIME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86828-9A58-A9C9-89AE-9FDADC024091}"/>
              </a:ext>
            </a:extLst>
          </p:cNvPr>
          <p:cNvSpPr txBox="1"/>
          <p:nvPr/>
        </p:nvSpPr>
        <p:spPr>
          <a:xfrm>
            <a:off x="1108364" y="1318308"/>
            <a:ext cx="100514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SA" sz="2400" b="1" dirty="0">
                <a:cs typeface="B Nazanin" panose="00000400000000000000" pitchFamily="2" charset="-78"/>
              </a:rPr>
              <a:t>تابع خطا: </a:t>
            </a:r>
          </a:p>
          <a:p>
            <a:pPr algn="r" rtl="1">
              <a:lnSpc>
                <a:spcPct val="200000"/>
              </a:lnSpc>
            </a:pPr>
            <a:r>
              <a:rPr lang="ar-SA" sz="3200" b="1" dirty="0">
                <a:cs typeface="B Nazanin" panose="00000400000000000000" pitchFamily="2" charset="-78"/>
              </a:rPr>
              <a:t>کمینه‌سازی:</a:t>
            </a:r>
            <a:br>
              <a:rPr lang="ar-SA" sz="3200" b="1" dirty="0">
                <a:cs typeface="B Nazanin" panose="00000400000000000000" pitchFamily="2" charset="-78"/>
              </a:rPr>
            </a:br>
            <a:r>
              <a:rPr lang="en-US" sz="3600" dirty="0" err="1"/>
              <a:t>argmin</a:t>
            </a:r>
            <a:r>
              <a:rPr lang="en-US" sz="3600" i="1" baseline="-25000" dirty="0" err="1"/>
              <a:t>g</a:t>
            </a:r>
            <a:r>
              <a:rPr lang="en-US" sz="3600" baseline="-25000" dirty="0"/>
              <a:t> ∈ </a:t>
            </a:r>
            <a:r>
              <a:rPr lang="en-US" sz="3600" i="1" baseline="-25000" dirty="0"/>
              <a:t>G</a:t>
            </a:r>
            <a:r>
              <a:rPr lang="en-US" sz="3600" dirty="0"/>
              <a:t> ℒ(</a:t>
            </a:r>
            <a:r>
              <a:rPr lang="en-US" sz="3600" i="1" dirty="0"/>
              <a:t>f</a:t>
            </a:r>
            <a:r>
              <a:rPr lang="en-US" sz="3600" dirty="0"/>
              <a:t>, </a:t>
            </a:r>
            <a:r>
              <a:rPr lang="en-US" sz="3600" i="1" dirty="0"/>
              <a:t>g</a:t>
            </a:r>
            <a:r>
              <a:rPr lang="en-US" sz="3600" dirty="0"/>
              <a:t>, </a:t>
            </a:r>
            <a:r>
              <a:rPr lang="el-GR" sz="3600" i="1" dirty="0"/>
              <a:t>π</a:t>
            </a:r>
            <a:r>
              <a:rPr lang="en-US" sz="3600" i="1" baseline="-25000" dirty="0"/>
              <a:t>x</a:t>
            </a:r>
            <a:r>
              <a:rPr lang="en-US" sz="3600" dirty="0"/>
              <a:t>) + </a:t>
            </a:r>
            <a:r>
              <a:rPr lang="el-GR" sz="3600" i="1" dirty="0"/>
              <a:t>Ω</a:t>
            </a:r>
            <a:r>
              <a:rPr lang="el-GR" sz="3600" dirty="0"/>
              <a:t>(</a:t>
            </a:r>
            <a:r>
              <a:rPr lang="en-US" sz="3600" i="1" dirty="0"/>
              <a:t>g</a:t>
            </a:r>
            <a:r>
              <a:rPr lang="en-US" sz="3600" dirty="0"/>
              <a:t>)</a:t>
            </a:r>
            <a:endParaRPr lang="en-US" sz="3600" b="1" dirty="0">
              <a:cs typeface="B Nazanin" panose="00000400000000000000" pitchFamily="2" charset="-78"/>
            </a:endParaRPr>
          </a:p>
          <a:p>
            <a:pPr algn="r" rtl="1">
              <a:lnSpc>
                <a:spcPct val="200000"/>
              </a:lnSpc>
            </a:pPr>
            <a:r>
              <a:rPr lang="en-US" sz="3200" b="1" dirty="0">
                <a:cs typeface="B Nazanin" panose="00000400000000000000" pitchFamily="2" charset="-78"/>
              </a:rPr>
              <a:t>f</a:t>
            </a:r>
            <a:r>
              <a:rPr lang="fa-IR" sz="3200" b="1" dirty="0">
                <a:cs typeface="B Nazanin" panose="00000400000000000000" pitchFamily="2" charset="-78"/>
              </a:rPr>
              <a:t>:</a:t>
            </a:r>
            <a:r>
              <a:rPr lang="en-US" sz="3200" b="1" dirty="0">
                <a:cs typeface="B Nazanin" panose="00000400000000000000" pitchFamily="2" charset="-78"/>
              </a:rPr>
              <a:t> </a:t>
            </a:r>
            <a:r>
              <a:rPr lang="ar-SA" sz="3200" b="1" dirty="0">
                <a:cs typeface="B Nazanin" panose="00000400000000000000" pitchFamily="2" charset="-78"/>
              </a:rPr>
              <a:t>مدل پیچیده، </a:t>
            </a:r>
            <a:r>
              <a:rPr lang="en-US" sz="3200" b="1" dirty="0">
                <a:cs typeface="B Nazanin" panose="00000400000000000000" pitchFamily="2" charset="-78"/>
              </a:rPr>
              <a:t>g</a:t>
            </a:r>
            <a:r>
              <a:rPr lang="fa-IR" sz="3200" b="1" dirty="0">
                <a:cs typeface="B Nazanin" panose="00000400000000000000" pitchFamily="2" charset="-78"/>
              </a:rPr>
              <a:t>:</a:t>
            </a:r>
            <a:r>
              <a:rPr lang="en-US" sz="3200" b="1" dirty="0">
                <a:cs typeface="B Nazanin" panose="00000400000000000000" pitchFamily="2" charset="-78"/>
              </a:rPr>
              <a:t> </a:t>
            </a:r>
            <a:r>
              <a:rPr lang="ar-SA" sz="3200" b="1" dirty="0">
                <a:cs typeface="B Nazanin" panose="00000400000000000000" pitchFamily="2" charset="-78"/>
              </a:rPr>
              <a:t>مدل ساده، </a:t>
            </a:r>
            <a:r>
              <a:rPr lang="el-GR" sz="3200" b="1" dirty="0">
                <a:cs typeface="B Nazanin" panose="00000400000000000000" pitchFamily="2" charset="-78"/>
              </a:rPr>
              <a:t>π_</a:t>
            </a:r>
            <a:r>
              <a:rPr lang="en-US" sz="3200" b="1" dirty="0">
                <a:cs typeface="B Nazanin" panose="00000400000000000000" pitchFamily="2" charset="-78"/>
              </a:rPr>
              <a:t>x</a:t>
            </a:r>
            <a:r>
              <a:rPr lang="fa-IR" sz="3200" b="1" dirty="0">
                <a:cs typeface="B Nazanin" panose="00000400000000000000" pitchFamily="2" charset="-78"/>
              </a:rPr>
              <a:t>:</a:t>
            </a:r>
            <a:r>
              <a:rPr lang="en-US" sz="3200" b="1" dirty="0">
                <a:cs typeface="B Nazanin" panose="00000400000000000000" pitchFamily="2" charset="-78"/>
              </a:rPr>
              <a:t> </a:t>
            </a:r>
            <a:r>
              <a:rPr lang="ar-SA" sz="3200" b="1" dirty="0">
                <a:cs typeface="B Nazanin" panose="00000400000000000000" pitchFamily="2" charset="-78"/>
              </a:rPr>
              <a:t>توزین وزن‌دار حول نقطه </a:t>
            </a:r>
            <a:r>
              <a:rPr lang="en-US" sz="3200" b="1" dirty="0">
                <a:cs typeface="B Nazanin" panose="00000400000000000000" pitchFamily="2" charset="-78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77538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A913B-F8CA-98B9-B42C-435D944E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BAE3B5-8C69-7471-0107-2787732BE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1531756"/>
              </p:ext>
            </p:extLst>
          </p:nvPr>
        </p:nvGraphicFramePr>
        <p:xfrm>
          <a:off x="1032164" y="5791682"/>
          <a:ext cx="9524178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5AAB5-9B91-D0D5-6094-5FC792B7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12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79BE8-4A1F-8470-ED38-CBA093C3D38C}"/>
              </a:ext>
            </a:extLst>
          </p:cNvPr>
          <p:cNvSpPr txBox="1"/>
          <p:nvPr/>
        </p:nvSpPr>
        <p:spPr>
          <a:xfrm>
            <a:off x="2931056" y="522934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LIME</a:t>
            </a:r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 </a:t>
            </a:r>
            <a:r>
              <a:rPr lang="ar-SA" sz="4000" dirty="0">
                <a:solidFill>
                  <a:srgbClr val="34495E"/>
                </a:solidFill>
                <a:cs typeface="B Titr" panose="00000700000000000000" pitchFamily="2" charset="-78"/>
              </a:rPr>
              <a:t>برای پردازش تصویر</a:t>
            </a:r>
            <a:endParaRPr lang="en-US" sz="4000" b="1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12677-31D5-DB36-7D36-3FFF2D9E9290}"/>
              </a:ext>
            </a:extLst>
          </p:cNvPr>
          <p:cNvSpPr txBox="1"/>
          <p:nvPr/>
        </p:nvSpPr>
        <p:spPr>
          <a:xfrm>
            <a:off x="8329943" y="1434345"/>
            <a:ext cx="2829893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200000"/>
              </a:lnSpc>
            </a:pPr>
            <a:r>
              <a:rPr lang="ar-SA" sz="2800" b="1" dirty="0">
                <a:solidFill>
                  <a:schemeClr val="accent6"/>
                </a:solidFill>
                <a:cs typeface="B Nazanin" panose="00000400000000000000" pitchFamily="2" charset="-78"/>
              </a:rPr>
              <a:t>سبز</a:t>
            </a:r>
            <a:r>
              <a:rPr lang="ar-SA" sz="2800" b="1" dirty="0">
                <a:cs typeface="B Nazanin" panose="00000400000000000000" pitchFamily="2" charset="-78"/>
              </a:rPr>
              <a:t>: پیکسل‌های مؤثر در پیش‌بینی</a:t>
            </a:r>
            <a:r>
              <a:rPr lang="fa-IR" sz="2800" b="1" dirty="0">
                <a:cs typeface="B Nazanin" panose="00000400000000000000" pitchFamily="2" charset="-78"/>
              </a:rPr>
              <a:t> </a:t>
            </a:r>
            <a:r>
              <a:rPr lang="ar-SA" sz="2800" b="1" dirty="0">
                <a:cs typeface="B Nazanin" panose="00000400000000000000" pitchFamily="2" charset="-78"/>
              </a:rPr>
              <a:t>گربه</a:t>
            </a:r>
          </a:p>
          <a:p>
            <a:pPr algn="justLow" rtl="1">
              <a:lnSpc>
                <a:spcPct val="200000"/>
              </a:lnSpc>
            </a:pPr>
            <a:r>
              <a:rPr lang="ar-SA" sz="2800" b="1" dirty="0">
                <a:solidFill>
                  <a:srgbClr val="C00000"/>
                </a:solidFill>
                <a:cs typeface="B Nazanin" panose="00000400000000000000" pitchFamily="2" charset="-78"/>
              </a:rPr>
              <a:t>قرمز</a:t>
            </a:r>
            <a:r>
              <a:rPr lang="ar-SA" sz="2800" b="1" dirty="0">
                <a:cs typeface="B Nazanin" panose="00000400000000000000" pitchFamily="2" charset="-78"/>
              </a:rPr>
              <a:t>: پیکسل‌های بی‌تأثیر یا مخالف</a:t>
            </a:r>
          </a:p>
        </p:txBody>
      </p:sp>
      <p:pic>
        <p:nvPicPr>
          <p:cNvPr id="2" name="Picture Placeholder 19">
            <a:extLst>
              <a:ext uri="{FF2B5EF4-FFF2-40B4-BE49-F238E27FC236}">
                <a16:creationId xmlns:a16="http://schemas.microsoft.com/office/drawing/2014/main" id="{E43C37D0-CE04-330E-DF68-1CDDB98A60D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032164" y="1409900"/>
            <a:ext cx="7297780" cy="3873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CCF801-7367-3609-C8B8-EAA010ADE634}"/>
              </a:ext>
            </a:extLst>
          </p:cNvPr>
          <p:cNvSpPr txBox="1"/>
          <p:nvPr/>
        </p:nvSpPr>
        <p:spPr>
          <a:xfrm>
            <a:off x="1032163" y="5404189"/>
            <a:ext cx="2132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 by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GitHub.com</a:t>
            </a:r>
          </a:p>
        </p:txBody>
      </p:sp>
    </p:spTree>
    <p:extLst>
      <p:ext uri="{BB962C8B-B14F-4D97-AF65-F5344CB8AC3E}">
        <p14:creationId xmlns:p14="http://schemas.microsoft.com/office/powerpoint/2010/main" val="188470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40371-BE2C-591C-9DAC-D0C22EBD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60BF3A1-88D5-4BDA-E0B5-9A2BF46C58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363054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926E-2E35-359C-40E4-71BAB9F0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13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946D4-3563-CF76-181E-5A429059AF2D}"/>
              </a:ext>
            </a:extLst>
          </p:cNvPr>
          <p:cNvSpPr txBox="1"/>
          <p:nvPr/>
        </p:nvSpPr>
        <p:spPr>
          <a:xfrm>
            <a:off x="2931056" y="522934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LIME</a:t>
            </a:r>
            <a:r>
              <a:rPr lang="fa-IR" sz="4000" b="1" dirty="0">
                <a:solidFill>
                  <a:srgbClr val="34495E"/>
                </a:solidFill>
                <a:cs typeface="B Titr" panose="00000700000000000000" pitchFamily="2" charset="-78"/>
              </a:rPr>
              <a:t> </a:t>
            </a:r>
            <a:r>
              <a:rPr lang="ar-SA" sz="4000" b="1" dirty="0">
                <a:solidFill>
                  <a:srgbClr val="34495E"/>
                </a:solidFill>
                <a:cs typeface="B Titr" panose="00000700000000000000" pitchFamily="2" charset="-78"/>
              </a:rPr>
              <a:t>برای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NLP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DD62F-DF64-B6FD-E4F6-5FD30DD1FE08}"/>
              </a:ext>
            </a:extLst>
          </p:cNvPr>
          <p:cNvSpPr txBox="1"/>
          <p:nvPr/>
        </p:nvSpPr>
        <p:spPr>
          <a:xfrm>
            <a:off x="1032163" y="1456854"/>
            <a:ext cx="10127673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200000"/>
              </a:lnSpc>
            </a:pPr>
            <a:r>
              <a:rPr lang="ar-SA" sz="3600" b="1" dirty="0">
                <a:cs typeface="B Nazanin" panose="00000400000000000000" pitchFamily="2" charset="-78"/>
              </a:rPr>
              <a:t>این فیلم </a:t>
            </a:r>
            <a:r>
              <a:rPr lang="ar-SA" sz="3600" b="1" dirty="0">
                <a:solidFill>
                  <a:schemeClr val="accent6"/>
                </a:solidFill>
                <a:cs typeface="B Nazanin" panose="00000400000000000000" pitchFamily="2" charset="-78"/>
              </a:rPr>
              <a:t>فوق‌العاده</a:t>
            </a:r>
            <a:r>
              <a:rPr lang="ar-SA" sz="3600" b="1" dirty="0">
                <a:cs typeface="B Nazanin" panose="00000400000000000000" pitchFamily="2" charset="-78"/>
              </a:rPr>
              <a:t> بود، اما پایان آن </a:t>
            </a:r>
            <a:r>
              <a:rPr lang="ar-SA" sz="3600" b="1" dirty="0">
                <a:solidFill>
                  <a:srgbClr val="C00000"/>
                </a:solidFill>
                <a:cs typeface="B Nazanin" panose="00000400000000000000" pitchFamily="2" charset="-78"/>
              </a:rPr>
              <a:t>ضعیف</a:t>
            </a:r>
            <a:r>
              <a:rPr lang="ar-SA" sz="3600" b="1" dirty="0">
                <a:cs typeface="B Nazanin" panose="00000400000000000000" pitchFamily="2" charset="-78"/>
              </a:rPr>
              <a:t> بود.</a:t>
            </a:r>
          </a:p>
          <a:p>
            <a:pPr algn="r" rtl="1">
              <a:lnSpc>
                <a:spcPct val="200000"/>
              </a:lnSpc>
            </a:pPr>
            <a:r>
              <a:rPr lang="ar-SA" sz="2800" b="1" dirty="0">
                <a:cs typeface="B Nazanin" panose="00000400000000000000" pitchFamily="2" charset="-78"/>
              </a:rPr>
              <a:t>مثبت: “فوق‌العاده” (</a:t>
            </a:r>
            <a:r>
              <a:rPr lang="ar-SA" sz="2800" b="1" dirty="0">
                <a:solidFill>
                  <a:schemeClr val="accent6"/>
                </a:solidFill>
                <a:cs typeface="B Nazanin" panose="00000400000000000000" pitchFamily="2" charset="-78"/>
              </a:rPr>
              <a:t>سبز</a:t>
            </a:r>
            <a:r>
              <a:rPr lang="ar-SA" sz="2800" b="1" dirty="0">
                <a:cs typeface="B Nazanin" panose="00000400000000000000" pitchFamily="2" charset="-78"/>
              </a:rPr>
              <a:t>).</a:t>
            </a:r>
          </a:p>
          <a:p>
            <a:pPr algn="r" rtl="1">
              <a:lnSpc>
                <a:spcPct val="200000"/>
              </a:lnSpc>
            </a:pPr>
            <a:r>
              <a:rPr lang="ar-SA" sz="2800" b="1" dirty="0">
                <a:cs typeface="B Nazanin" panose="00000400000000000000" pitchFamily="2" charset="-78"/>
              </a:rPr>
              <a:t>منفی: “ضعیف” (</a:t>
            </a:r>
            <a:r>
              <a:rPr lang="ar-SA" sz="2800" b="1" dirty="0">
                <a:solidFill>
                  <a:srgbClr val="C00000"/>
                </a:solidFill>
                <a:cs typeface="B Nazanin" panose="00000400000000000000" pitchFamily="2" charset="-78"/>
              </a:rPr>
              <a:t>قرمز</a:t>
            </a:r>
            <a:r>
              <a:rPr lang="ar-SA" sz="2800" b="1" dirty="0">
                <a:cs typeface="B Nazanin" panose="00000400000000000000" pitchFamily="2" charset="-78"/>
              </a:rPr>
              <a:t>).</a:t>
            </a:r>
          </a:p>
          <a:p>
            <a:pPr algn="r" rtl="1">
              <a:lnSpc>
                <a:spcPct val="200000"/>
              </a:lnSpc>
            </a:pPr>
            <a:r>
              <a:rPr lang="ar-SA" sz="2800" b="1" dirty="0">
                <a:cs typeface="B Nazanin" panose="00000400000000000000" pitchFamily="2" charset="-78"/>
              </a:rPr>
              <a:t>مدل: تحلیل احساسات (احتمال مثبت: ۷۰٪).</a:t>
            </a:r>
          </a:p>
        </p:txBody>
      </p:sp>
    </p:spTree>
    <p:extLst>
      <p:ext uri="{BB962C8B-B14F-4D97-AF65-F5344CB8AC3E}">
        <p14:creationId xmlns:p14="http://schemas.microsoft.com/office/powerpoint/2010/main" val="894864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21ABD-F1B6-9E78-C39C-D3651B45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65C8C63-F411-F547-3481-3288993E18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1822149"/>
              </p:ext>
            </p:extLst>
          </p:nvPr>
        </p:nvGraphicFramePr>
        <p:xfrm>
          <a:off x="1032163" y="5791682"/>
          <a:ext cx="9506071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FF6AF-9CF9-2F89-E75F-4247DCC1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14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E98D8-9FCF-194E-9940-8A9B90894AFA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4000" b="1" dirty="0">
                <a:solidFill>
                  <a:srgbClr val="34495E"/>
                </a:solidFill>
                <a:cs typeface="B Titr" panose="00000700000000000000" pitchFamily="2" charset="-78"/>
              </a:rPr>
              <a:t>محدودیت‌های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LIME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3D043-98DF-87D5-5535-BE3E3C3D6FA7}"/>
              </a:ext>
            </a:extLst>
          </p:cNvPr>
          <p:cNvSpPr txBox="1"/>
          <p:nvPr/>
        </p:nvSpPr>
        <p:spPr>
          <a:xfrm>
            <a:off x="1032163" y="1456854"/>
            <a:ext cx="10127673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SA" sz="3600" b="1" dirty="0">
                <a:cs typeface="B Nazanin" panose="00000400000000000000" pitchFamily="2" charset="-78"/>
              </a:rPr>
              <a:t>وابستگی به نمونه‌سازی</a:t>
            </a:r>
            <a:endParaRPr lang="ar-SA" sz="2500" b="1" dirty="0">
              <a:cs typeface="B Nazanin" panose="00000400000000000000" pitchFamily="2" charset="-78"/>
            </a:endParaRPr>
          </a:p>
          <a:p>
            <a:pPr algn="r" rtl="1">
              <a:lnSpc>
                <a:spcPct val="200000"/>
              </a:lnSpc>
            </a:pPr>
            <a:r>
              <a:rPr lang="ar-SA" sz="3600" b="1" dirty="0">
                <a:cs typeface="B Nazanin" panose="00000400000000000000" pitchFamily="2" charset="-78"/>
              </a:rPr>
              <a:t>تفسیر محلی</a:t>
            </a:r>
            <a:endParaRPr lang="ar-SA" sz="2500" b="1" dirty="0">
              <a:cs typeface="B Nazanin" panose="00000400000000000000" pitchFamily="2" charset="-78"/>
            </a:endParaRPr>
          </a:p>
          <a:p>
            <a:pPr algn="r" rtl="1">
              <a:lnSpc>
                <a:spcPct val="200000"/>
              </a:lnSpc>
            </a:pPr>
            <a:r>
              <a:rPr lang="ar-SA" sz="3600" b="1" dirty="0">
                <a:cs typeface="B Nazanin" panose="00000400000000000000" pitchFamily="2" charset="-78"/>
              </a:rPr>
              <a:t>حساسیت به پارامترها</a:t>
            </a:r>
            <a:endParaRPr lang="ar-SA" sz="25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885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CA198-BB82-3479-4928-19AAB281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03B0F91-D54F-2DC3-8FF7-AD9E4D23A1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1099437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48B8D-BAC6-5D2D-0DBE-754A4B70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15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22866-531B-EBF4-5AC6-8D3334C02B19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4000" b="1" dirty="0">
                <a:solidFill>
                  <a:srgbClr val="34495E"/>
                </a:solidFill>
                <a:cs typeface="B Titr" panose="00000700000000000000" pitchFamily="2" charset="-78"/>
              </a:rPr>
              <a:t>مقایسه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LIME</a:t>
            </a:r>
            <a:r>
              <a:rPr lang="fa-IR" sz="4000" b="1" dirty="0">
                <a:solidFill>
                  <a:srgbClr val="34495E"/>
                </a:solidFill>
                <a:cs typeface="B Titr" panose="00000700000000000000" pitchFamily="2" charset="-78"/>
              </a:rPr>
              <a:t> </a:t>
            </a:r>
            <a:r>
              <a:rPr lang="ar-SA" sz="4000" b="1" dirty="0">
                <a:solidFill>
                  <a:srgbClr val="34495E"/>
                </a:solidFill>
                <a:cs typeface="B Titr" panose="00000700000000000000" pitchFamily="2" charset="-78"/>
              </a:rPr>
              <a:t>و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SHAP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6D2F893-3F72-52C4-C02F-D0AFD8BA87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389123"/>
              </p:ext>
            </p:extLst>
          </p:nvPr>
        </p:nvGraphicFramePr>
        <p:xfrm>
          <a:off x="1032163" y="1517930"/>
          <a:ext cx="10127673" cy="38221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5891">
                  <a:extLst>
                    <a:ext uri="{9D8B030D-6E8A-4147-A177-3AD203B41FA5}">
                      <a16:colId xmlns:a16="http://schemas.microsoft.com/office/drawing/2014/main" val="3291706576"/>
                    </a:ext>
                  </a:extLst>
                </a:gridCol>
                <a:gridCol w="3375891">
                  <a:extLst>
                    <a:ext uri="{9D8B030D-6E8A-4147-A177-3AD203B41FA5}">
                      <a16:colId xmlns:a16="http://schemas.microsoft.com/office/drawing/2014/main" val="1372298391"/>
                    </a:ext>
                  </a:extLst>
                </a:gridCol>
                <a:gridCol w="3375891">
                  <a:extLst>
                    <a:ext uri="{9D8B030D-6E8A-4147-A177-3AD203B41FA5}">
                      <a16:colId xmlns:a16="http://schemas.microsoft.com/office/drawing/2014/main" val="2948343194"/>
                    </a:ext>
                  </a:extLst>
                </a:gridCol>
              </a:tblGrid>
              <a:tr h="764428"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>
                          <a:cs typeface="B Titr" panose="00000700000000000000" pitchFamily="2" charset="-78"/>
                        </a:rPr>
                        <a:t>SHAP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b="1" dirty="0">
                          <a:cs typeface="B Titr" panose="00000700000000000000" pitchFamily="2" charset="-78"/>
                        </a:rPr>
                        <a:t>LIME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0" dirty="0">
                          <a:cs typeface="B Titr" panose="00000700000000000000" pitchFamily="2" charset="-78"/>
                        </a:rPr>
                        <a:t>معیار</a:t>
                      </a:r>
                      <a:endParaRPr lang="en-US" b="0" dirty="0">
                        <a:cs typeface="B Titr" panose="000007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5802210"/>
                  </a:ext>
                </a:extLst>
              </a:tr>
              <a:tr h="764428"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بالا (مقادیر </a:t>
                      </a:r>
                      <a:r>
                        <a:rPr lang="en-US" b="1" dirty="0">
                          <a:cs typeface="B Nazanin" panose="00000400000000000000" pitchFamily="2" charset="-78"/>
                        </a:rPr>
                        <a:t>Shapley</a:t>
                      </a:r>
                      <a:r>
                        <a:rPr lang="fa-IR" b="1" dirty="0">
                          <a:cs typeface="B Nazanin" panose="00000400000000000000" pitchFamily="2" charset="-78"/>
                        </a:rPr>
                        <a:t> یکتا هستند)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کم (به نمونه‌های تصادفی حساس)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پایداری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642330"/>
                  </a:ext>
                </a:extLst>
              </a:tr>
              <a:tr h="764428"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محلی + سراسری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فقط محلی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مقیاس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0882371"/>
                  </a:ext>
                </a:extLst>
              </a:tr>
              <a:tr h="764428"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 کند (محاسبه </a:t>
                      </a:r>
                      <a:r>
                        <a:rPr lang="en-US" b="1" dirty="0">
                          <a:cs typeface="B Nazanin" panose="00000400000000000000" pitchFamily="2" charset="-78"/>
                        </a:rPr>
                        <a:t>Shapley Values</a:t>
                      </a:r>
                      <a:r>
                        <a:rPr lang="fa-IR" b="1" dirty="0">
                          <a:cs typeface="B Nazanin" panose="00000400000000000000" pitchFamily="2" charset="-78"/>
                        </a:rPr>
                        <a:t>)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سریع (مدل ساده محلی)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محاسبات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52587"/>
                  </a:ext>
                </a:extLst>
              </a:tr>
              <a:tr h="764428"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تحلیل دقیق تأثیر ویژگی‌ها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تفسیر سریع یک پیش‌بینی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b="1" dirty="0">
                          <a:cs typeface="B Nazanin" panose="00000400000000000000" pitchFamily="2" charset="-78"/>
                        </a:rPr>
                        <a:t>کاربرد</a:t>
                      </a:r>
                      <a:endParaRPr lang="en-US" b="1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528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990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77371-4DDE-3B63-DFA2-CCA971FA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E94220-7E1F-CED4-5E31-CD12224CA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2692491"/>
              </p:ext>
            </p:extLst>
          </p:nvPr>
        </p:nvGraphicFramePr>
        <p:xfrm>
          <a:off x="1032164" y="5791682"/>
          <a:ext cx="9524178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CBDD5-86EE-313F-5ADF-2D400F7B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16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10980-EFF4-3DD4-1C42-28E3F1B90705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SHAP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9E161E-53DD-F60E-FF4A-A525BBE007F2}"/>
              </a:ext>
            </a:extLst>
          </p:cNvPr>
          <p:cNvSpPr txBox="1"/>
          <p:nvPr/>
        </p:nvSpPr>
        <p:spPr>
          <a:xfrm>
            <a:off x="8950037" y="1456854"/>
            <a:ext cx="2209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SA" sz="3200" b="1" dirty="0">
                <a:cs typeface="B Nazanin" panose="00000400000000000000" pitchFamily="2" charset="-78"/>
              </a:rPr>
              <a:t>مفهوم </a:t>
            </a:r>
            <a:r>
              <a:rPr lang="en-US" sz="3200" b="1" dirty="0">
                <a:cs typeface="B Nazanin" panose="00000400000000000000" pitchFamily="2" charset="-78"/>
              </a:rPr>
              <a:t>SHAP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7F067-3830-6B73-8A82-F076F8631C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2" y="1456854"/>
            <a:ext cx="7384473" cy="37894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3CCDB7-97EA-D5BE-D31F-8CAACEFCBF49}"/>
              </a:ext>
            </a:extLst>
          </p:cNvPr>
          <p:cNvSpPr txBox="1"/>
          <p:nvPr/>
        </p:nvSpPr>
        <p:spPr>
          <a:xfrm>
            <a:off x="1032163" y="5404189"/>
            <a:ext cx="2132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 by </a:t>
            </a:r>
            <a:r>
              <a:rPr 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shap.readthedocs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63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C5853-1356-BE73-9C00-7950B832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2A1F6E-6AE1-560F-02AD-47A2284ED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8928206"/>
              </p:ext>
            </p:extLst>
          </p:nvPr>
        </p:nvGraphicFramePr>
        <p:xfrm>
          <a:off x="1032164" y="5791682"/>
          <a:ext cx="9524178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8985C-304E-265C-9EC7-63233D13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17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56528-752C-20CF-BDE5-7744F959F9DB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بررسی مجوعه داده آبلون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9F2DA-5AA9-3DAC-2002-E86D7899D0EF}"/>
              </a:ext>
            </a:extLst>
          </p:cNvPr>
          <p:cNvSpPr txBox="1"/>
          <p:nvPr/>
        </p:nvSpPr>
        <p:spPr>
          <a:xfrm>
            <a:off x="2955636" y="1201096"/>
            <a:ext cx="82042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ویژگی ها : 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	جنسیت	ارتفاع 	</a:t>
            </a:r>
            <a:r>
              <a:rPr lang="en-US" sz="3200" b="1" dirty="0">
                <a:cs typeface="B Nazanin" panose="00000400000000000000" pitchFamily="2" charset="-78"/>
              </a:rPr>
              <a:t>  </a:t>
            </a:r>
            <a:r>
              <a:rPr lang="fa-IR" sz="3200" b="1" dirty="0">
                <a:cs typeface="B Nazanin" panose="00000400000000000000" pitchFamily="2" charset="-78"/>
              </a:rPr>
              <a:t>وزن احشایی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	طول		وزن کل	</a:t>
            </a:r>
            <a:r>
              <a:rPr lang="en-US" sz="3200" b="1" dirty="0">
                <a:cs typeface="B Nazanin" panose="00000400000000000000" pitchFamily="2" charset="-78"/>
              </a:rPr>
              <a:t>  </a:t>
            </a:r>
            <a:r>
              <a:rPr lang="fa-IR" sz="3200" b="1" dirty="0">
                <a:cs typeface="B Nazanin" panose="00000400000000000000" pitchFamily="2" charset="-78"/>
              </a:rPr>
              <a:t>وزن پوسته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	قطر		وزن متزلزل	</a:t>
            </a:r>
            <a:r>
              <a:rPr lang="en-US" sz="3200" b="1" dirty="0">
                <a:cs typeface="B Nazanin" panose="00000400000000000000" pitchFamily="2" charset="-78"/>
              </a:rPr>
              <a:t>  </a:t>
            </a:r>
            <a:r>
              <a:rPr lang="fa-IR" sz="3200" b="1" dirty="0">
                <a:cs typeface="B Nazanin" panose="00000400000000000000" pitchFamily="2" charset="-78"/>
              </a:rPr>
              <a:t>حلقه ها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5EC5CE-53BE-8D09-FAFE-11281BA608F3}"/>
              </a:ext>
            </a:extLst>
          </p:cNvPr>
          <p:cNvSpPr txBox="1"/>
          <p:nvPr/>
        </p:nvSpPr>
        <p:spPr>
          <a:xfrm>
            <a:off x="1032163" y="5404189"/>
            <a:ext cx="2132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Photo by </a:t>
            </a:r>
            <a:r>
              <a:rPr 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FreePik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68E88-D6C6-1956-81A7-3F9681006A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3" y="1456854"/>
            <a:ext cx="2959522" cy="383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71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5B8B8-2272-DF08-3367-58277AAE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E2AC10-0DB9-2630-1BE6-070B12E840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861668"/>
              </p:ext>
            </p:extLst>
          </p:nvPr>
        </p:nvGraphicFramePr>
        <p:xfrm>
          <a:off x="1032164" y="5791682"/>
          <a:ext cx="9524178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6CE80-DADE-DF5E-F9CA-9CD6B970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18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449DE-8CCB-5BCD-B7C3-E82BB798E7A8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بررسی مجوعه داده آبلون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51045B-68B5-93BB-BB88-44EB83AE5A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28" y="1354315"/>
            <a:ext cx="4603553" cy="3698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FBCC4A-66B1-DE51-03F9-55F367D5D2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83" y="1354315"/>
            <a:ext cx="4603553" cy="3698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0A2A52-FC5E-F9E6-6B16-2429BB567E4F}"/>
              </a:ext>
            </a:extLst>
          </p:cNvPr>
          <p:cNvSpPr txBox="1"/>
          <p:nvPr/>
        </p:nvSpPr>
        <p:spPr>
          <a:xfrm>
            <a:off x="2369961" y="5163757"/>
            <a:ext cx="1924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cs typeface="B Titr" panose="00000700000000000000" pitchFamily="2" charset="-78"/>
              </a:rPr>
              <a:t>Sex vs rings(age)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57493-6237-4E71-7B04-E5A44ACC41A2}"/>
              </a:ext>
            </a:extLst>
          </p:cNvPr>
          <p:cNvSpPr txBox="1"/>
          <p:nvPr/>
        </p:nvSpPr>
        <p:spPr>
          <a:xfrm>
            <a:off x="7388241" y="5163757"/>
            <a:ext cx="2939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Whole weight vs rings(age)</a:t>
            </a:r>
          </a:p>
        </p:txBody>
      </p:sp>
    </p:spTree>
    <p:extLst>
      <p:ext uri="{BB962C8B-B14F-4D97-AF65-F5344CB8AC3E}">
        <p14:creationId xmlns:p14="http://schemas.microsoft.com/office/powerpoint/2010/main" val="2006332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8EFD5-09E1-5B51-8E74-8CF7AC39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4BFFC5-0BD3-A8C9-7D23-2189AB993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744655"/>
              </p:ext>
            </p:extLst>
          </p:nvPr>
        </p:nvGraphicFramePr>
        <p:xfrm>
          <a:off x="1032164" y="5791682"/>
          <a:ext cx="9524178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D31BD-F80E-F1DD-A2BC-292B4B26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19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55FE1-1375-74DE-AC0E-3DF6F81C5433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4000" b="1" dirty="0" err="1">
                <a:solidFill>
                  <a:srgbClr val="34495E"/>
                </a:solidFill>
                <a:cs typeface="B Titr" panose="00000700000000000000" pitchFamily="2" charset="-78"/>
              </a:rPr>
              <a:t>Xgboost</a:t>
            </a:r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 برای رگرسیون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9F6CF8-A7E1-2FA1-3687-1C8091392A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3" y="1602236"/>
            <a:ext cx="3880304" cy="3831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66425D-DCB4-1260-1873-36876555C85E}"/>
              </a:ext>
            </a:extLst>
          </p:cNvPr>
          <p:cNvSpPr txBox="1"/>
          <p:nvPr/>
        </p:nvSpPr>
        <p:spPr>
          <a:xfrm>
            <a:off x="5063836" y="1602236"/>
            <a:ext cx="6096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استفاده از </a:t>
            </a:r>
            <a:r>
              <a:rPr lang="en-US" sz="3200" b="1" dirty="0" err="1">
                <a:cs typeface="B Nazanin" panose="00000400000000000000" pitchFamily="2" charset="-78"/>
              </a:rPr>
              <a:t>xgb</a:t>
            </a:r>
            <a:r>
              <a:rPr lang="fa-IR" sz="3200" b="1" dirty="0">
                <a:cs typeface="B Nazanin" panose="00000400000000000000" pitchFamily="2" charset="-78"/>
              </a:rPr>
              <a:t> برای برازش روی داده ها</a:t>
            </a:r>
          </a:p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استفاده از تابع </a:t>
            </a:r>
            <a:r>
              <a:rPr lang="en-US" sz="3200" b="1" dirty="0">
                <a:cs typeface="B Nazanin" panose="00000400000000000000" pitchFamily="2" charset="-78"/>
              </a:rPr>
              <a:t>MSE</a:t>
            </a:r>
            <a:r>
              <a:rPr lang="fa-IR" sz="3200" b="1" dirty="0">
                <a:cs typeface="B Nazanin" panose="00000400000000000000" pitchFamily="2" charset="-78"/>
              </a:rPr>
              <a:t> برای هزینه</a:t>
            </a:r>
          </a:p>
          <a:p>
            <a:pPr algn="just" rtl="1">
              <a:lnSpc>
                <a:spcPct val="200000"/>
              </a:lnSpc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374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81587-DAAA-A9F7-8AEF-04224327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EB9EF47-38E3-C4D5-2D2E-D86F8C059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7064357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B4A88-535C-2DC9-AB7F-5E5CBA9C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20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AA1F2-F12B-BC1E-A275-F6F01C8C6ABD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استفاده از </a:t>
            </a:r>
            <a:r>
              <a:rPr lang="en-US" sz="4000" b="1" dirty="0">
                <a:solidFill>
                  <a:srgbClr val="34495E"/>
                </a:solidFill>
                <a:cs typeface="B Titr" panose="00000700000000000000" pitchFamily="2" charset="-78"/>
              </a:rPr>
              <a:t>SHAP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CB49B-5F10-57C5-418D-F83C6B9EE7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3" y="1652788"/>
            <a:ext cx="5864313" cy="35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9C2861-EE98-9D2F-BD20-AE795E495C56}"/>
              </a:ext>
            </a:extLst>
          </p:cNvPr>
          <p:cNvSpPr txBox="1"/>
          <p:nvPr/>
        </p:nvSpPr>
        <p:spPr>
          <a:xfrm>
            <a:off x="6896476" y="1652787"/>
            <a:ext cx="426336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800" b="1" dirty="0">
                <a:cs typeface="B Nazanin" panose="00000400000000000000" pitchFamily="2" charset="-78"/>
              </a:rPr>
              <a:t>یافتن مقادیر </a:t>
            </a:r>
            <a:r>
              <a:rPr lang="en-US" sz="2800" b="1" dirty="0">
                <a:cs typeface="B Nazanin" panose="00000400000000000000" pitchFamily="2" charset="-78"/>
              </a:rPr>
              <a:t>SHAP</a:t>
            </a:r>
          </a:p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800" b="1" dirty="0">
                <a:cs typeface="B Nazanin" panose="00000400000000000000" pitchFamily="2" charset="-78"/>
              </a:rPr>
              <a:t>استفاده از کتابخانه</a:t>
            </a:r>
            <a:r>
              <a:rPr lang="en-US" sz="2800" b="1" dirty="0">
                <a:cs typeface="B Nazanin" panose="00000400000000000000" pitchFamily="2" charset="-78"/>
              </a:rPr>
              <a:t>SHAP </a:t>
            </a:r>
          </a:p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2800" b="1" dirty="0">
                <a:cs typeface="B Nazanin" panose="00000400000000000000" pitchFamily="2" charset="-78"/>
              </a:rPr>
              <a:t>اولین داده در مجموعه داده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F051C-92F1-6BA5-68A1-1BEE9BA6D1CB}"/>
              </a:ext>
            </a:extLst>
          </p:cNvPr>
          <p:cNvSpPr txBox="1"/>
          <p:nvPr/>
        </p:nvSpPr>
        <p:spPr>
          <a:xfrm>
            <a:off x="2261079" y="5313781"/>
            <a:ext cx="340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Waterfall graph for </a:t>
            </a:r>
            <a:r>
              <a:rPr lang="en-US" b="1" dirty="0" err="1"/>
              <a:t>shap</a:t>
            </a:r>
            <a:r>
              <a:rPr lang="en-US" b="1" dirty="0"/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93205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18F37-2CD0-D2A1-CD38-5B16ED23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70DFC2-61CE-74EA-9442-4CC8485421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47003"/>
              </p:ext>
            </p:extLst>
          </p:nvPr>
        </p:nvGraphicFramePr>
        <p:xfrm>
          <a:off x="1032164" y="5791682"/>
          <a:ext cx="9515124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4B52C-D2EC-6C8C-5E77-BC58A597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21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00F31-B857-2034-E9D6-322DD921359A}"/>
              </a:ext>
            </a:extLst>
          </p:cNvPr>
          <p:cNvSpPr txBox="1"/>
          <p:nvPr/>
        </p:nvSpPr>
        <p:spPr>
          <a:xfrm>
            <a:off x="3144647" y="535935"/>
            <a:ext cx="5902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نگاه کلی</a:t>
            </a:r>
            <a:endParaRPr lang="en-US" sz="4000" dirty="0">
              <a:solidFill>
                <a:srgbClr val="34495E"/>
              </a:solidFill>
              <a:cs typeface="B Titr" panose="000007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03C04-6900-FC0B-B665-B56266B3D766}"/>
              </a:ext>
            </a:extLst>
          </p:cNvPr>
          <p:cNvSpPr txBox="1"/>
          <p:nvPr/>
        </p:nvSpPr>
        <p:spPr>
          <a:xfrm>
            <a:off x="6896476" y="1514241"/>
            <a:ext cx="4263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3200" b="1" dirty="0">
                <a:cs typeface="B Nazanin" panose="00000400000000000000" pitchFamily="2" charset="-78"/>
              </a:rPr>
              <a:t>ارزش هر ویژگی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BC71454-021A-F5C7-DC27-8A6B504C2E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62" y="1378909"/>
            <a:ext cx="7384473" cy="427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575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8242D-2357-9B7A-995A-52BDBC7A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DCBBD07-2968-BE29-1B27-68407B23F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837198"/>
              </p:ext>
            </p:extLst>
          </p:nvPr>
        </p:nvGraphicFramePr>
        <p:xfrm>
          <a:off x="1032163" y="5791682"/>
          <a:ext cx="9506071" cy="365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95C0B-3B46-7B93-F0F4-6105059F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6636" y="5791682"/>
            <a:ext cx="2743200" cy="365125"/>
          </a:xfrm>
        </p:spPr>
        <p:txBody>
          <a:bodyPr/>
          <a:lstStyle/>
          <a:p>
            <a:fld id="{8365963D-E14C-4C50-B9EA-35F5DD97B28E}" type="slidenum">
              <a:rPr lang="en-US" sz="2400" smtClean="0">
                <a:solidFill>
                  <a:schemeClr val="tx1"/>
                </a:solidFill>
              </a:rPr>
              <a:t>22</a:t>
            </a:fld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0D0886-603F-06FF-2BDE-9BBABDA93D4A}"/>
              </a:ext>
            </a:extLst>
          </p:cNvPr>
          <p:cNvSpPr txBox="1"/>
          <p:nvPr/>
        </p:nvSpPr>
        <p:spPr>
          <a:xfrm>
            <a:off x="2990105" y="535935"/>
            <a:ext cx="6211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rgbClr val="34495E"/>
                </a:solidFill>
                <a:cs typeface="B Titr" panose="00000700000000000000" pitchFamily="2" charset="-78"/>
              </a:rPr>
              <a:t>آینده هوش مصنوعی توضیح پذیر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FB963A-DC30-B5A7-06F8-D70940D0D297}"/>
              </a:ext>
            </a:extLst>
          </p:cNvPr>
          <p:cNvSpPr txBox="1"/>
          <p:nvPr/>
        </p:nvSpPr>
        <p:spPr>
          <a:xfrm>
            <a:off x="1032163" y="1962199"/>
            <a:ext cx="101276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3200" b="1" dirty="0">
                <a:cs typeface="B Nazanin" panose="00000400000000000000" pitchFamily="2" charset="-78"/>
              </a:rPr>
              <a:t>هوش مصنوعی قابل اعتماد و بدون سوگیری</a:t>
            </a:r>
          </a:p>
          <a:p>
            <a:pPr marL="457200" indent="-457200" algn="just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a-IR" sz="3200" b="1" dirty="0">
                <a:cs typeface="B Nazanin" panose="00000400000000000000" pitchFamily="2" charset="-78"/>
              </a:rPr>
              <a:t>افزایش کارایی مدل ها</a:t>
            </a:r>
          </a:p>
        </p:txBody>
      </p:sp>
    </p:spTree>
    <p:extLst>
      <p:ext uri="{BB962C8B-B14F-4D97-AF65-F5344CB8AC3E}">
        <p14:creationId xmlns:p14="http://schemas.microsoft.com/office/powerpoint/2010/main" val="1976491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724</Words>
  <Application>Microsoft Office PowerPoint</Application>
  <PresentationFormat>Widescreen</PresentationFormat>
  <Paragraphs>327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B Nazanin</vt:lpstr>
      <vt:lpstr>B Titr</vt:lpstr>
      <vt:lpstr>Times New Roman</vt:lpstr>
      <vt:lpstr>Wingdings</vt:lpstr>
      <vt:lpstr>Office Theme</vt:lpstr>
      <vt:lpstr>X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Asady</dc:creator>
  <cp:lastModifiedBy>Mohamad Asady</cp:lastModifiedBy>
  <cp:revision>13</cp:revision>
  <dcterms:created xsi:type="dcterms:W3CDTF">2025-03-30T11:57:48Z</dcterms:created>
  <dcterms:modified xsi:type="dcterms:W3CDTF">2025-04-05T10:39:57Z</dcterms:modified>
</cp:coreProperties>
</file>